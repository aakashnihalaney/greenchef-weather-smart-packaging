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png" ContentType="image/png"/>
  <Override PartName="/ppt/slides/slide1.xml" ContentType="application/vnd.openxmlformats-officedocument.presentationml.slide+xml"/>
  <Default Extension="jpg" ContentType="image/jpg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</p:sldIdLst>
  <p:sldSz cx="18288000" cy="10287000"/>
  <p:notesSz cx="18288000" cy="10287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8287999" cy="10286999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919727" y="3782567"/>
            <a:ext cx="10381487" cy="187451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4204365" y="3829279"/>
            <a:ext cx="9879330" cy="16268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8300" b="0" i="0">
                <a:solidFill>
                  <a:schemeClr val="bg1"/>
                </a:solidFill>
                <a:latin typeface="Lucida Sans Unicode"/>
                <a:cs typeface="Lucida Sans Unicode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118516" y="5245285"/>
            <a:ext cx="15922625" cy="2120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8287999" cy="1028699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8300" b="0" i="0">
                <a:solidFill>
                  <a:schemeClr val="bg1"/>
                </a:solidFill>
                <a:latin typeface="Lucida Sans Unicode"/>
                <a:cs typeface="Lucida Sans Unicode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8287999" cy="10286999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33448" y="374452"/>
            <a:ext cx="17021102" cy="3973473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005327" y="1612391"/>
            <a:ext cx="12298679" cy="149351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8300" b="0" i="0">
                <a:solidFill>
                  <a:schemeClr val="bg1"/>
                </a:solidFill>
                <a:latin typeface="Lucida Sans Unicode"/>
                <a:cs typeface="Lucida Sans Unicode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FDFAFA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7" name="bg 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384714" y="9009596"/>
            <a:ext cx="1903285" cy="1277402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8300" b="0" i="0">
                <a:solidFill>
                  <a:schemeClr val="bg1"/>
                </a:solidFill>
                <a:latin typeface="Lucida Sans Unicode"/>
                <a:cs typeface="Lucida Sans Unicode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244599" y="193395"/>
            <a:ext cx="15798800" cy="281235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8300" b="0" i="0">
                <a:solidFill>
                  <a:schemeClr val="bg1"/>
                </a:solidFill>
                <a:latin typeface="Lucida Sans Unicode"/>
                <a:cs typeface="Lucida Sans Unicode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2141171" y="4918957"/>
            <a:ext cx="13023850" cy="47548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jpg"/><Relationship Id="rId5" Type="http://schemas.openxmlformats.org/officeDocument/2006/relationships/image" Target="../media/image9.jp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png"/><Relationship Id="rId3" Type="http://schemas.openxmlformats.org/officeDocument/2006/relationships/image" Target="../media/image11.jp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Relationship Id="rId6" Type="http://schemas.openxmlformats.org/officeDocument/2006/relationships/image" Target="../media/image16.png"/><Relationship Id="rId7" Type="http://schemas.openxmlformats.org/officeDocument/2006/relationships/image" Target="../media/image17.pn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8.png"/><Relationship Id="rId3" Type="http://schemas.openxmlformats.org/officeDocument/2006/relationships/image" Target="../media/image19.png"/><Relationship Id="rId4" Type="http://schemas.openxmlformats.org/officeDocument/2006/relationships/image" Target="../media/image20.png"/><Relationship Id="rId5" Type="http://schemas.openxmlformats.org/officeDocument/2006/relationships/image" Target="../media/image21.png"/><Relationship Id="rId6" Type="http://schemas.openxmlformats.org/officeDocument/2006/relationships/image" Target="../media/image22.pn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3.pn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4.png"/><Relationship Id="rId3" Type="http://schemas.openxmlformats.org/officeDocument/2006/relationships/image" Target="../media/image25.png"/><Relationship Id="rId4" Type="http://schemas.openxmlformats.org/officeDocument/2006/relationships/image" Target="../media/image26.png"/><Relationship Id="rId5" Type="http://schemas.openxmlformats.org/officeDocument/2006/relationships/image" Target="../media/image27.png"/><Relationship Id="rId6" Type="http://schemas.openxmlformats.org/officeDocument/2006/relationships/image" Target="../media/image28.png"/><Relationship Id="rId7" Type="http://schemas.openxmlformats.org/officeDocument/2006/relationships/image" Target="../media/image29.jpg"/><Relationship Id="rId8" Type="http://schemas.openxmlformats.org/officeDocument/2006/relationships/image" Target="../media/image30.png"/><Relationship Id="rId9" Type="http://schemas.openxmlformats.org/officeDocument/2006/relationships/image" Target="../media/image31.pn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2.png"/><Relationship Id="rId3" Type="http://schemas.openxmlformats.org/officeDocument/2006/relationships/image" Target="../media/image6.png"/><Relationship Id="rId4" Type="http://schemas.openxmlformats.org/officeDocument/2006/relationships/image" Target="../media/image33.jpg"/><Relationship Id="rId5" Type="http://schemas.openxmlformats.org/officeDocument/2006/relationships/image" Target="../media/image34.png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5.jpg"/><Relationship Id="rId3" Type="http://schemas.openxmlformats.org/officeDocument/2006/relationships/image" Target="../media/image33.jpg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3" Type="http://schemas.openxmlformats.org/officeDocument/2006/relationships/image" Target="../media/image32.png"/><Relationship Id="rId4" Type="http://schemas.openxmlformats.org/officeDocument/2006/relationships/image" Target="../media/image36.jpg"/><Relationship Id="rId5" Type="http://schemas.openxmlformats.org/officeDocument/2006/relationships/image" Target="../media/image37.png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8.png"/><Relationship Id="rId3" Type="http://schemas.openxmlformats.org/officeDocument/2006/relationships/image" Target="../media/image36.jpg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image" Target="../media/image39.png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image" Target="../media/image40.jpg"/><Relationship Id="rId4" Type="http://schemas.openxmlformats.org/officeDocument/2006/relationships/image" Target="../media/image39.png"/></Relationships>
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1.png"/><Relationship Id="rId3" Type="http://schemas.openxmlformats.org/officeDocument/2006/relationships/image" Target="../media/image42.png"/><Relationship Id="rId4" Type="http://schemas.openxmlformats.org/officeDocument/2006/relationships/image" Target="../media/image43.png"/><Relationship Id="rId5" Type="http://schemas.openxmlformats.org/officeDocument/2006/relationships/image" Target="../media/image44.png"/><Relationship Id="rId6" Type="http://schemas.openxmlformats.org/officeDocument/2006/relationships/image" Target="../media/image45.jpg"/></Relationships>
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image" Target="../media/image46.png"/></Relationships>
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47.png"/><Relationship Id="rId3" Type="http://schemas.openxmlformats.org/officeDocument/2006/relationships/image" Target="../media/image48.png"/></Relationships>
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.png"/><Relationship Id="rId3" Type="http://schemas.openxmlformats.org/officeDocument/2006/relationships/image" Target="../media/image49.png"/><Relationship Id="rId4" Type="http://schemas.openxmlformats.org/officeDocument/2006/relationships/image" Target="../media/image50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1543050" y="0"/>
            <a:ext cx="11431905" cy="10287000"/>
          </a:xfrm>
          <a:custGeom>
            <a:avLst/>
            <a:gdLst/>
            <a:ahLst/>
            <a:cxnLst/>
            <a:rect l="l" t="t" r="r" b="b"/>
            <a:pathLst>
              <a:path w="11431905" h="10287000">
                <a:moveTo>
                  <a:pt x="0" y="10286999"/>
                </a:moveTo>
                <a:lnTo>
                  <a:pt x="11431714" y="10286999"/>
                </a:lnTo>
                <a:lnTo>
                  <a:pt x="11431714" y="0"/>
                </a:lnTo>
                <a:lnTo>
                  <a:pt x="0" y="0"/>
                </a:lnTo>
                <a:lnTo>
                  <a:pt x="0" y="10286999"/>
                </a:lnTo>
                <a:close/>
              </a:path>
            </a:pathLst>
          </a:custGeom>
          <a:solidFill>
            <a:srgbClr val="FDFAFA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3" name="object 3" descr=""/>
          <p:cNvGrpSpPr/>
          <p:nvPr/>
        </p:nvGrpSpPr>
        <p:grpSpPr>
          <a:xfrm>
            <a:off x="12974764" y="0"/>
            <a:ext cx="5313680" cy="10287000"/>
            <a:chOff x="12974764" y="0"/>
            <a:chExt cx="5313680" cy="10287000"/>
          </a:xfrm>
        </p:grpSpPr>
        <p:sp>
          <p:nvSpPr>
            <p:cNvPr id="4" name="object 4" descr=""/>
            <p:cNvSpPr/>
            <p:nvPr/>
          </p:nvSpPr>
          <p:spPr>
            <a:xfrm>
              <a:off x="16060864" y="0"/>
              <a:ext cx="2227580" cy="10287000"/>
            </a:xfrm>
            <a:custGeom>
              <a:avLst/>
              <a:gdLst/>
              <a:ahLst/>
              <a:cxnLst/>
              <a:rect l="l" t="t" r="r" b="b"/>
              <a:pathLst>
                <a:path w="2227580" h="10287000">
                  <a:moveTo>
                    <a:pt x="0" y="10286999"/>
                  </a:moveTo>
                  <a:lnTo>
                    <a:pt x="2227134" y="10286999"/>
                  </a:lnTo>
                  <a:lnTo>
                    <a:pt x="2227134" y="0"/>
                  </a:lnTo>
                  <a:lnTo>
                    <a:pt x="0" y="0"/>
                  </a:lnTo>
                  <a:lnTo>
                    <a:pt x="0" y="10286999"/>
                  </a:lnTo>
                  <a:close/>
                </a:path>
              </a:pathLst>
            </a:custGeom>
            <a:solidFill>
              <a:srgbClr val="FDFAF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12974764" y="0"/>
              <a:ext cx="3086100" cy="10287000"/>
            </a:xfrm>
            <a:custGeom>
              <a:avLst/>
              <a:gdLst/>
              <a:ahLst/>
              <a:cxnLst/>
              <a:rect l="l" t="t" r="r" b="b"/>
              <a:pathLst>
                <a:path w="3086100" h="10287000">
                  <a:moveTo>
                    <a:pt x="3086099" y="10286999"/>
                  </a:moveTo>
                  <a:lnTo>
                    <a:pt x="0" y="10286999"/>
                  </a:lnTo>
                  <a:lnTo>
                    <a:pt x="0" y="0"/>
                  </a:lnTo>
                  <a:lnTo>
                    <a:pt x="3086099" y="0"/>
                  </a:lnTo>
                  <a:lnTo>
                    <a:pt x="3086099" y="10286999"/>
                  </a:lnTo>
                  <a:close/>
                </a:path>
              </a:pathLst>
            </a:custGeom>
            <a:solidFill>
              <a:srgbClr val="1B5738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" name="object 6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6384714" y="9009596"/>
              <a:ext cx="1903285" cy="1277402"/>
            </a:xfrm>
            <a:prstGeom prst="rect">
              <a:avLst/>
            </a:prstGeom>
          </p:spPr>
        </p:pic>
      </p:grpSp>
      <p:grpSp>
        <p:nvGrpSpPr>
          <p:cNvPr id="7" name="object 7" descr=""/>
          <p:cNvGrpSpPr/>
          <p:nvPr/>
        </p:nvGrpSpPr>
        <p:grpSpPr>
          <a:xfrm>
            <a:off x="0" y="0"/>
            <a:ext cx="1543050" cy="10287000"/>
            <a:chOff x="0" y="0"/>
            <a:chExt cx="1543050" cy="10287000"/>
          </a:xfrm>
        </p:grpSpPr>
        <p:sp>
          <p:nvSpPr>
            <p:cNvPr id="8" name="object 8" descr=""/>
            <p:cNvSpPr/>
            <p:nvPr/>
          </p:nvSpPr>
          <p:spPr>
            <a:xfrm>
              <a:off x="0" y="0"/>
              <a:ext cx="1543050" cy="10287000"/>
            </a:xfrm>
            <a:custGeom>
              <a:avLst/>
              <a:gdLst/>
              <a:ahLst/>
              <a:cxnLst/>
              <a:rect l="l" t="t" r="r" b="b"/>
              <a:pathLst>
                <a:path w="1543050" h="10287000">
                  <a:moveTo>
                    <a:pt x="1543049" y="10286999"/>
                  </a:moveTo>
                  <a:lnTo>
                    <a:pt x="0" y="10286999"/>
                  </a:lnTo>
                  <a:lnTo>
                    <a:pt x="0" y="0"/>
                  </a:lnTo>
                  <a:lnTo>
                    <a:pt x="1543049" y="0"/>
                  </a:lnTo>
                  <a:lnTo>
                    <a:pt x="1543049" y="10286999"/>
                  </a:lnTo>
                  <a:close/>
                </a:path>
              </a:pathLst>
            </a:custGeom>
            <a:solidFill>
              <a:srgbClr val="1B573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1227773" y="4163621"/>
              <a:ext cx="110489" cy="2819400"/>
            </a:xfrm>
            <a:custGeom>
              <a:avLst/>
              <a:gdLst/>
              <a:ahLst/>
              <a:cxnLst/>
              <a:rect l="l" t="t" r="r" b="b"/>
              <a:pathLst>
                <a:path w="110490" h="2819400">
                  <a:moveTo>
                    <a:pt x="110236" y="2819206"/>
                  </a:moveTo>
                  <a:lnTo>
                    <a:pt x="0" y="2819206"/>
                  </a:lnTo>
                  <a:lnTo>
                    <a:pt x="0" y="0"/>
                  </a:lnTo>
                  <a:lnTo>
                    <a:pt x="110236" y="0"/>
                  </a:lnTo>
                  <a:lnTo>
                    <a:pt x="110236" y="281920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0" name="object 10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0"/>
              <a:ext cx="1032129" cy="1878904"/>
            </a:xfrm>
            <a:prstGeom prst="rect">
              <a:avLst/>
            </a:prstGeom>
          </p:spPr>
        </p:pic>
      </p:grpSp>
      <p:pic>
        <p:nvPicPr>
          <p:cNvPr id="11" name="object 11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964537" y="9210136"/>
            <a:ext cx="1076324" cy="1076324"/>
          </a:xfrm>
          <a:prstGeom prst="rect">
            <a:avLst/>
          </a:prstGeom>
        </p:spPr>
      </p:pic>
      <p:pic>
        <p:nvPicPr>
          <p:cNvPr id="12" name="object 12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1274143" y="1505261"/>
            <a:ext cx="6400800" cy="3771899"/>
          </a:xfrm>
          <a:prstGeom prst="rect">
            <a:avLst/>
          </a:prstGeom>
        </p:spPr>
      </p:pic>
      <p:sp>
        <p:nvSpPr>
          <p:cNvPr id="13" name="object 13" descr=""/>
          <p:cNvSpPr txBox="1"/>
          <p:nvPr/>
        </p:nvSpPr>
        <p:spPr>
          <a:xfrm>
            <a:off x="1951837" y="4427465"/>
            <a:ext cx="7331709" cy="155257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0000" spc="-409">
                <a:solidFill>
                  <a:srgbClr val="1B5738"/>
                </a:solidFill>
                <a:latin typeface="Arial Black"/>
                <a:cs typeface="Arial Black"/>
              </a:rPr>
              <a:t>Green</a:t>
            </a:r>
            <a:r>
              <a:rPr dirty="0" sz="10000" spc="-805">
                <a:solidFill>
                  <a:srgbClr val="1B5738"/>
                </a:solidFill>
                <a:latin typeface="Arial Black"/>
                <a:cs typeface="Arial Black"/>
              </a:rPr>
              <a:t> </a:t>
            </a:r>
            <a:r>
              <a:rPr dirty="0" sz="10000" spc="-290">
                <a:solidFill>
                  <a:srgbClr val="1B5738"/>
                </a:solidFill>
                <a:latin typeface="Arial Black"/>
                <a:cs typeface="Arial Black"/>
              </a:rPr>
              <a:t>Chef</a:t>
            </a:r>
            <a:endParaRPr sz="10000">
              <a:latin typeface="Arial Black"/>
              <a:cs typeface="Arial Black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1951837" y="5322988"/>
            <a:ext cx="9156700" cy="2310130"/>
          </a:xfrm>
          <a:prstGeom prst="rect">
            <a:avLst/>
          </a:prstGeom>
        </p:spPr>
        <p:txBody>
          <a:bodyPr wrap="square" lIns="0" tIns="47053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704"/>
              </a:spcBef>
            </a:pPr>
            <a:r>
              <a:rPr dirty="0" sz="7000" spc="-225">
                <a:solidFill>
                  <a:srgbClr val="1B5738"/>
                </a:solidFill>
                <a:latin typeface="Arial Black"/>
                <a:cs typeface="Arial Black"/>
              </a:rPr>
              <a:t>Packaging</a:t>
            </a:r>
            <a:r>
              <a:rPr dirty="0" sz="7000" spc="-515">
                <a:solidFill>
                  <a:srgbClr val="1B5738"/>
                </a:solidFill>
                <a:latin typeface="Arial Black"/>
                <a:cs typeface="Arial Black"/>
              </a:rPr>
              <a:t> </a:t>
            </a:r>
            <a:r>
              <a:rPr dirty="0" sz="7000" spc="-275">
                <a:solidFill>
                  <a:srgbClr val="1B5738"/>
                </a:solidFill>
                <a:latin typeface="Arial Black"/>
                <a:cs typeface="Arial Black"/>
              </a:rPr>
              <a:t>Analysis</a:t>
            </a:r>
            <a:endParaRPr sz="7000">
              <a:latin typeface="Arial Black"/>
              <a:cs typeface="Arial Black"/>
            </a:endParaRPr>
          </a:p>
          <a:p>
            <a:pPr marL="21590" marR="5080">
              <a:lnSpc>
                <a:spcPct val="106300"/>
              </a:lnSpc>
              <a:spcBef>
                <a:spcPts val="880"/>
              </a:spcBef>
            </a:pPr>
            <a:r>
              <a:rPr dirty="0" sz="2000" spc="50">
                <a:solidFill>
                  <a:srgbClr val="1B5738"/>
                </a:solidFill>
                <a:latin typeface="Lucida Sans Unicode"/>
                <a:cs typeface="Lucida Sans Unicode"/>
              </a:rPr>
              <a:t>Customer</a:t>
            </a:r>
            <a:r>
              <a:rPr dirty="0" sz="2000" spc="-75">
                <a:solidFill>
                  <a:srgbClr val="1B5738"/>
                </a:solidFill>
                <a:latin typeface="Lucida Sans Unicode"/>
                <a:cs typeface="Lucida Sans Unicode"/>
              </a:rPr>
              <a:t> </a:t>
            </a:r>
            <a:r>
              <a:rPr dirty="0" sz="2000" spc="-10">
                <a:solidFill>
                  <a:srgbClr val="1B5738"/>
                </a:solidFill>
                <a:latin typeface="Lucida Sans Unicode"/>
                <a:cs typeface="Lucida Sans Unicode"/>
              </a:rPr>
              <a:t>Experience,</a:t>
            </a:r>
            <a:r>
              <a:rPr dirty="0" sz="2000" spc="-75">
                <a:solidFill>
                  <a:srgbClr val="1B5738"/>
                </a:solidFill>
                <a:latin typeface="Lucida Sans Unicode"/>
                <a:cs typeface="Lucida Sans Unicode"/>
              </a:rPr>
              <a:t> </a:t>
            </a:r>
            <a:r>
              <a:rPr dirty="0" sz="2000" spc="45">
                <a:solidFill>
                  <a:srgbClr val="1B5738"/>
                </a:solidFill>
                <a:latin typeface="Lucida Sans Unicode"/>
                <a:cs typeface="Lucida Sans Unicode"/>
              </a:rPr>
              <a:t>Competitive</a:t>
            </a:r>
            <a:r>
              <a:rPr dirty="0" sz="2000" spc="-70">
                <a:solidFill>
                  <a:srgbClr val="1B5738"/>
                </a:solidFill>
                <a:latin typeface="Lucida Sans Unicode"/>
                <a:cs typeface="Lucida Sans Unicode"/>
              </a:rPr>
              <a:t> </a:t>
            </a:r>
            <a:r>
              <a:rPr dirty="0" sz="2000" spc="85">
                <a:solidFill>
                  <a:srgbClr val="1B5738"/>
                </a:solidFill>
                <a:latin typeface="Lucida Sans Unicode"/>
                <a:cs typeface="Lucida Sans Unicode"/>
              </a:rPr>
              <a:t>Landscape</a:t>
            </a:r>
            <a:r>
              <a:rPr dirty="0" sz="2000" spc="-75">
                <a:solidFill>
                  <a:srgbClr val="1B5738"/>
                </a:solidFill>
                <a:latin typeface="Lucida Sans Unicode"/>
                <a:cs typeface="Lucida Sans Unicode"/>
              </a:rPr>
              <a:t> </a:t>
            </a:r>
            <a:r>
              <a:rPr dirty="0" sz="2000" spc="114">
                <a:solidFill>
                  <a:srgbClr val="1B5738"/>
                </a:solidFill>
                <a:latin typeface="Lucida Sans Unicode"/>
                <a:cs typeface="Lucida Sans Unicode"/>
              </a:rPr>
              <a:t>and</a:t>
            </a:r>
            <a:r>
              <a:rPr dirty="0" sz="2000" spc="-70">
                <a:solidFill>
                  <a:srgbClr val="1B5738"/>
                </a:solidFill>
                <a:latin typeface="Lucida Sans Unicode"/>
                <a:cs typeface="Lucida Sans Unicode"/>
              </a:rPr>
              <a:t> </a:t>
            </a:r>
            <a:r>
              <a:rPr dirty="0" sz="2000">
                <a:solidFill>
                  <a:srgbClr val="1B5738"/>
                </a:solidFill>
                <a:latin typeface="Lucida Sans Unicode"/>
                <a:cs typeface="Lucida Sans Unicode"/>
              </a:rPr>
              <a:t>the</a:t>
            </a:r>
            <a:r>
              <a:rPr dirty="0" sz="2000" spc="-75">
                <a:solidFill>
                  <a:srgbClr val="1B5738"/>
                </a:solidFill>
                <a:latin typeface="Lucida Sans Unicode"/>
                <a:cs typeface="Lucida Sans Unicode"/>
              </a:rPr>
              <a:t> </a:t>
            </a:r>
            <a:r>
              <a:rPr dirty="0" sz="2000" spc="125">
                <a:solidFill>
                  <a:srgbClr val="1B5738"/>
                </a:solidFill>
                <a:latin typeface="Lucida Sans Unicode"/>
                <a:cs typeface="Lucida Sans Unicode"/>
              </a:rPr>
              <a:t>Case</a:t>
            </a:r>
            <a:r>
              <a:rPr dirty="0" sz="2000" spc="-70">
                <a:solidFill>
                  <a:srgbClr val="1B5738"/>
                </a:solidFill>
                <a:latin typeface="Lucida Sans Unicode"/>
                <a:cs typeface="Lucida Sans Unicode"/>
              </a:rPr>
              <a:t> </a:t>
            </a:r>
            <a:r>
              <a:rPr dirty="0" sz="2000" spc="-35">
                <a:solidFill>
                  <a:srgbClr val="1B5738"/>
                </a:solidFill>
                <a:latin typeface="Lucida Sans Unicode"/>
                <a:cs typeface="Lucida Sans Unicode"/>
              </a:rPr>
              <a:t>for</a:t>
            </a:r>
            <a:r>
              <a:rPr dirty="0" sz="2000" spc="-75">
                <a:solidFill>
                  <a:srgbClr val="1B5738"/>
                </a:solidFill>
                <a:latin typeface="Lucida Sans Unicode"/>
                <a:cs typeface="Lucida Sans Unicode"/>
              </a:rPr>
              <a:t> </a:t>
            </a:r>
            <a:r>
              <a:rPr dirty="0" sz="2000" spc="100">
                <a:solidFill>
                  <a:srgbClr val="1B5738"/>
                </a:solidFill>
                <a:latin typeface="Lucida Sans Unicode"/>
                <a:cs typeface="Lucida Sans Unicode"/>
              </a:rPr>
              <a:t>Change </a:t>
            </a:r>
            <a:r>
              <a:rPr dirty="0" sz="2000" spc="45">
                <a:solidFill>
                  <a:srgbClr val="1B5738"/>
                </a:solidFill>
                <a:latin typeface="Lucida Sans Unicode"/>
                <a:cs typeface="Lucida Sans Unicode"/>
              </a:rPr>
              <a:t>Faculty</a:t>
            </a:r>
            <a:r>
              <a:rPr dirty="0" sz="2000" spc="-45">
                <a:solidFill>
                  <a:srgbClr val="1B5738"/>
                </a:solidFill>
                <a:latin typeface="Lucida Sans Unicode"/>
                <a:cs typeface="Lucida Sans Unicode"/>
              </a:rPr>
              <a:t> </a:t>
            </a:r>
            <a:r>
              <a:rPr dirty="0" sz="2000" spc="-35">
                <a:solidFill>
                  <a:srgbClr val="1B5738"/>
                </a:solidFill>
                <a:latin typeface="Lucida Sans Unicode"/>
                <a:cs typeface="Lucida Sans Unicode"/>
              </a:rPr>
              <a:t>Advisor:</a:t>
            </a:r>
            <a:r>
              <a:rPr dirty="0" sz="2000" spc="-160">
                <a:solidFill>
                  <a:srgbClr val="1B5738"/>
                </a:solidFill>
                <a:latin typeface="Lucida Sans Unicode"/>
                <a:cs typeface="Lucida Sans Unicode"/>
              </a:rPr>
              <a:t> </a:t>
            </a:r>
            <a:r>
              <a:rPr dirty="0" sz="2000" spc="-10" b="1">
                <a:solidFill>
                  <a:srgbClr val="1B5738"/>
                </a:solidFill>
                <a:latin typeface="Trebuchet MS"/>
                <a:cs typeface="Trebuchet MS"/>
              </a:rPr>
              <a:t>Prof.</a:t>
            </a:r>
            <a:r>
              <a:rPr dirty="0" sz="2000" spc="-135" b="1">
                <a:solidFill>
                  <a:srgbClr val="1B5738"/>
                </a:solidFill>
                <a:latin typeface="Trebuchet MS"/>
                <a:cs typeface="Trebuchet MS"/>
              </a:rPr>
              <a:t> </a:t>
            </a:r>
            <a:r>
              <a:rPr dirty="0" sz="2000" spc="180" b="1">
                <a:solidFill>
                  <a:srgbClr val="1B5738"/>
                </a:solidFill>
                <a:latin typeface="Trebuchet MS"/>
                <a:cs typeface="Trebuchet MS"/>
              </a:rPr>
              <a:t>Sean</a:t>
            </a:r>
            <a:r>
              <a:rPr dirty="0" sz="2000" spc="-130" b="1">
                <a:solidFill>
                  <a:srgbClr val="1B5738"/>
                </a:solidFill>
                <a:latin typeface="Trebuchet MS"/>
                <a:cs typeface="Trebuchet MS"/>
              </a:rPr>
              <a:t> </a:t>
            </a:r>
            <a:r>
              <a:rPr dirty="0" sz="2000" spc="135" b="1">
                <a:solidFill>
                  <a:srgbClr val="1B5738"/>
                </a:solidFill>
                <a:latin typeface="Trebuchet MS"/>
                <a:cs typeface="Trebuchet MS"/>
              </a:rPr>
              <a:t>Raines</a:t>
            </a:r>
            <a:r>
              <a:rPr dirty="0" sz="2000" spc="-135" b="1">
                <a:solidFill>
                  <a:srgbClr val="1B5738"/>
                </a:solidFill>
                <a:latin typeface="Trebuchet MS"/>
                <a:cs typeface="Trebuchet MS"/>
              </a:rPr>
              <a:t> </a:t>
            </a:r>
            <a:r>
              <a:rPr dirty="0" sz="2000" spc="-600" b="1">
                <a:solidFill>
                  <a:srgbClr val="1B5738"/>
                </a:solidFill>
                <a:latin typeface="Trebuchet MS"/>
                <a:cs typeface="Trebuchet MS"/>
              </a:rPr>
              <a:t>|</a:t>
            </a:r>
            <a:r>
              <a:rPr dirty="0" sz="2000" spc="-135" b="1">
                <a:solidFill>
                  <a:srgbClr val="1B5738"/>
                </a:solidFill>
                <a:latin typeface="Trebuchet MS"/>
                <a:cs typeface="Trebuchet MS"/>
              </a:rPr>
              <a:t> </a:t>
            </a:r>
            <a:r>
              <a:rPr dirty="0" sz="2000">
                <a:solidFill>
                  <a:srgbClr val="1B5738"/>
                </a:solidFill>
                <a:latin typeface="Lucida Sans Unicode"/>
                <a:cs typeface="Lucida Sans Unicode"/>
              </a:rPr>
              <a:t>Sponsor</a:t>
            </a:r>
            <a:r>
              <a:rPr dirty="0" sz="2000" spc="-40">
                <a:solidFill>
                  <a:srgbClr val="1B5738"/>
                </a:solidFill>
                <a:latin typeface="Lucida Sans Unicode"/>
                <a:cs typeface="Lucida Sans Unicode"/>
              </a:rPr>
              <a:t> </a:t>
            </a:r>
            <a:r>
              <a:rPr dirty="0" sz="2000" spc="-35">
                <a:solidFill>
                  <a:srgbClr val="1B5738"/>
                </a:solidFill>
                <a:latin typeface="Lucida Sans Unicode"/>
                <a:cs typeface="Lucida Sans Unicode"/>
              </a:rPr>
              <a:t>Advisor:</a:t>
            </a:r>
            <a:r>
              <a:rPr dirty="0" sz="2000" spc="-160">
                <a:solidFill>
                  <a:srgbClr val="1B5738"/>
                </a:solidFill>
                <a:latin typeface="Lucida Sans Unicode"/>
                <a:cs typeface="Lucida Sans Unicode"/>
              </a:rPr>
              <a:t> </a:t>
            </a:r>
            <a:r>
              <a:rPr dirty="0" sz="2000" spc="175" b="1">
                <a:solidFill>
                  <a:srgbClr val="1B5738"/>
                </a:solidFill>
                <a:latin typeface="Trebuchet MS"/>
                <a:cs typeface="Trebuchet MS"/>
              </a:rPr>
              <a:t>Kayla</a:t>
            </a:r>
            <a:r>
              <a:rPr dirty="0" sz="2000" spc="-135" b="1">
                <a:solidFill>
                  <a:srgbClr val="1B5738"/>
                </a:solidFill>
                <a:latin typeface="Trebuchet MS"/>
                <a:cs typeface="Trebuchet MS"/>
              </a:rPr>
              <a:t> </a:t>
            </a:r>
            <a:r>
              <a:rPr dirty="0" sz="2000" spc="110" b="1">
                <a:solidFill>
                  <a:srgbClr val="1B5738"/>
                </a:solidFill>
                <a:latin typeface="Trebuchet MS"/>
                <a:cs typeface="Trebuchet MS"/>
              </a:rPr>
              <a:t>Baber</a:t>
            </a:r>
            <a:endParaRPr sz="2000">
              <a:latin typeface="Trebuchet MS"/>
              <a:cs typeface="Trebuchet MS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1961362" y="8905937"/>
            <a:ext cx="1518920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95">
                <a:solidFill>
                  <a:srgbClr val="1B5738"/>
                </a:solidFill>
                <a:latin typeface="Lucida Sans Unicode"/>
                <a:cs typeface="Lucida Sans Unicode"/>
              </a:rPr>
              <a:t>May</a:t>
            </a:r>
            <a:r>
              <a:rPr dirty="0" sz="2000" spc="-95">
                <a:solidFill>
                  <a:srgbClr val="1B5738"/>
                </a:solidFill>
                <a:latin typeface="Lucida Sans Unicode"/>
                <a:cs typeface="Lucida Sans Unicode"/>
              </a:rPr>
              <a:t> </a:t>
            </a:r>
            <a:r>
              <a:rPr dirty="0" sz="2000" spc="-130">
                <a:solidFill>
                  <a:srgbClr val="1B5738"/>
                </a:solidFill>
                <a:latin typeface="Lucida Sans Unicode"/>
                <a:cs typeface="Lucida Sans Unicode"/>
              </a:rPr>
              <a:t>6,</a:t>
            </a:r>
            <a:r>
              <a:rPr dirty="0" sz="2000" spc="-90">
                <a:solidFill>
                  <a:srgbClr val="1B5738"/>
                </a:solidFill>
                <a:latin typeface="Lucida Sans Unicode"/>
                <a:cs typeface="Lucida Sans Unicode"/>
              </a:rPr>
              <a:t> </a:t>
            </a:r>
            <a:r>
              <a:rPr dirty="0" sz="2000" spc="-40">
                <a:solidFill>
                  <a:srgbClr val="1B5738"/>
                </a:solidFill>
                <a:latin typeface="Lucida Sans Unicode"/>
                <a:cs typeface="Lucida Sans Unicode"/>
              </a:rPr>
              <a:t>2026</a:t>
            </a:r>
            <a:endParaRPr sz="200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FDFAF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/>
          <p:nvPr/>
        </p:nvSpPr>
        <p:spPr>
          <a:xfrm>
            <a:off x="2935993" y="3044681"/>
            <a:ext cx="1029335" cy="5210810"/>
          </a:xfrm>
          <a:custGeom>
            <a:avLst/>
            <a:gdLst/>
            <a:ahLst/>
            <a:cxnLst/>
            <a:rect l="l" t="t" r="r" b="b"/>
            <a:pathLst>
              <a:path w="1029335" h="5210809">
                <a:moveTo>
                  <a:pt x="650705" y="5210797"/>
                </a:moveTo>
                <a:lnTo>
                  <a:pt x="378587" y="5210797"/>
                </a:lnTo>
                <a:lnTo>
                  <a:pt x="339192" y="5208198"/>
                </a:lnTo>
                <a:lnTo>
                  <a:pt x="289174" y="5198205"/>
                </a:lnTo>
                <a:lnTo>
                  <a:pt x="241077" y="5181858"/>
                </a:lnTo>
                <a:lnTo>
                  <a:pt x="195508" y="5159407"/>
                </a:lnTo>
                <a:lnTo>
                  <a:pt x="153074" y="5131105"/>
                </a:lnTo>
                <a:lnTo>
                  <a:pt x="114382" y="5097203"/>
                </a:lnTo>
                <a:lnTo>
                  <a:pt x="80479" y="5058511"/>
                </a:lnTo>
                <a:lnTo>
                  <a:pt x="52177" y="5016076"/>
                </a:lnTo>
                <a:lnTo>
                  <a:pt x="29726" y="4970507"/>
                </a:lnTo>
                <a:lnTo>
                  <a:pt x="13379" y="4922410"/>
                </a:lnTo>
                <a:lnTo>
                  <a:pt x="3386" y="4872392"/>
                </a:lnTo>
                <a:lnTo>
                  <a:pt x="0" y="4821060"/>
                </a:lnTo>
                <a:lnTo>
                  <a:pt x="0" y="390525"/>
                </a:lnTo>
                <a:lnTo>
                  <a:pt x="3386" y="339192"/>
                </a:lnTo>
                <a:lnTo>
                  <a:pt x="13379" y="289174"/>
                </a:lnTo>
                <a:lnTo>
                  <a:pt x="29726" y="241077"/>
                </a:lnTo>
                <a:lnTo>
                  <a:pt x="52177" y="195508"/>
                </a:lnTo>
                <a:lnTo>
                  <a:pt x="80479" y="153074"/>
                </a:lnTo>
                <a:lnTo>
                  <a:pt x="114382" y="114382"/>
                </a:lnTo>
                <a:lnTo>
                  <a:pt x="153074" y="80479"/>
                </a:lnTo>
                <a:lnTo>
                  <a:pt x="195508" y="52177"/>
                </a:lnTo>
                <a:lnTo>
                  <a:pt x="241077" y="29726"/>
                </a:lnTo>
                <a:lnTo>
                  <a:pt x="289174" y="13379"/>
                </a:lnTo>
                <a:lnTo>
                  <a:pt x="339192" y="3386"/>
                </a:lnTo>
                <a:lnTo>
                  <a:pt x="390525" y="0"/>
                </a:lnTo>
                <a:lnTo>
                  <a:pt x="638768" y="0"/>
                </a:lnTo>
                <a:lnTo>
                  <a:pt x="690100" y="3386"/>
                </a:lnTo>
                <a:lnTo>
                  <a:pt x="740118" y="13379"/>
                </a:lnTo>
                <a:lnTo>
                  <a:pt x="788216" y="29726"/>
                </a:lnTo>
                <a:lnTo>
                  <a:pt x="833785" y="52177"/>
                </a:lnTo>
                <a:lnTo>
                  <a:pt x="876219" y="80479"/>
                </a:lnTo>
                <a:lnTo>
                  <a:pt x="914911" y="114382"/>
                </a:lnTo>
                <a:lnTo>
                  <a:pt x="948813" y="153074"/>
                </a:lnTo>
                <a:lnTo>
                  <a:pt x="977116" y="195508"/>
                </a:lnTo>
                <a:lnTo>
                  <a:pt x="999566" y="241077"/>
                </a:lnTo>
                <a:lnTo>
                  <a:pt x="1015913" y="289174"/>
                </a:lnTo>
                <a:lnTo>
                  <a:pt x="1025906" y="339192"/>
                </a:lnTo>
                <a:lnTo>
                  <a:pt x="1029293" y="390525"/>
                </a:lnTo>
                <a:lnTo>
                  <a:pt x="1029293" y="4821060"/>
                </a:lnTo>
                <a:lnTo>
                  <a:pt x="1025906" y="4872392"/>
                </a:lnTo>
                <a:lnTo>
                  <a:pt x="1015913" y="4922410"/>
                </a:lnTo>
                <a:lnTo>
                  <a:pt x="999566" y="4970507"/>
                </a:lnTo>
                <a:lnTo>
                  <a:pt x="977116" y="5016076"/>
                </a:lnTo>
                <a:lnTo>
                  <a:pt x="948813" y="5058511"/>
                </a:lnTo>
                <a:lnTo>
                  <a:pt x="914911" y="5097203"/>
                </a:lnTo>
                <a:lnTo>
                  <a:pt x="876219" y="5131105"/>
                </a:lnTo>
                <a:lnTo>
                  <a:pt x="833785" y="5159407"/>
                </a:lnTo>
                <a:lnTo>
                  <a:pt x="788216" y="5181858"/>
                </a:lnTo>
                <a:lnTo>
                  <a:pt x="740118" y="5198205"/>
                </a:lnTo>
                <a:lnTo>
                  <a:pt x="690100" y="5208198"/>
                </a:lnTo>
                <a:lnTo>
                  <a:pt x="650705" y="5210797"/>
                </a:lnTo>
                <a:close/>
              </a:path>
            </a:pathLst>
          </a:custGeom>
          <a:solidFill>
            <a:srgbClr val="1B573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 txBox="1"/>
          <p:nvPr/>
        </p:nvSpPr>
        <p:spPr>
          <a:xfrm>
            <a:off x="3244084" y="3516479"/>
            <a:ext cx="413384" cy="4064000"/>
          </a:xfrm>
          <a:prstGeom prst="rect">
            <a:avLst/>
          </a:prstGeom>
        </p:spPr>
        <p:txBody>
          <a:bodyPr wrap="square" lIns="0" tIns="182245" rIns="0" bIns="0" rtlCol="0" vert="horz">
            <a:spAutoFit/>
          </a:bodyPr>
          <a:lstStyle/>
          <a:p>
            <a:pPr marL="54610">
              <a:lnSpc>
                <a:spcPct val="100000"/>
              </a:lnSpc>
              <a:spcBef>
                <a:spcPts val="1435"/>
              </a:spcBef>
            </a:pPr>
            <a:r>
              <a:rPr dirty="0" sz="2200" spc="-25" b="1">
                <a:solidFill>
                  <a:srgbClr val="FDFAFA"/>
                </a:solidFill>
                <a:latin typeface="Trebuchet MS"/>
                <a:cs typeface="Trebuchet MS"/>
              </a:rPr>
              <a:t>01</a:t>
            </a:r>
            <a:endParaRPr sz="2200">
              <a:latin typeface="Trebuchet MS"/>
              <a:cs typeface="Trebuchet MS"/>
            </a:endParaRPr>
          </a:p>
          <a:p>
            <a:pPr marL="27305">
              <a:lnSpc>
                <a:spcPct val="100000"/>
              </a:lnSpc>
              <a:spcBef>
                <a:spcPts val="1335"/>
              </a:spcBef>
            </a:pPr>
            <a:r>
              <a:rPr dirty="0" sz="2200" spc="85" b="1">
                <a:solidFill>
                  <a:srgbClr val="FDFAFA"/>
                </a:solidFill>
                <a:latin typeface="Trebuchet MS"/>
                <a:cs typeface="Trebuchet MS"/>
              </a:rPr>
              <a:t>02</a:t>
            </a:r>
            <a:endParaRPr sz="2200">
              <a:latin typeface="Trebuchet MS"/>
              <a:cs typeface="Trebuchet MS"/>
            </a:endParaRPr>
          </a:p>
          <a:p>
            <a:pPr marL="22225">
              <a:lnSpc>
                <a:spcPct val="100000"/>
              </a:lnSpc>
              <a:spcBef>
                <a:spcPts val="1335"/>
              </a:spcBef>
            </a:pPr>
            <a:r>
              <a:rPr dirty="0" sz="2200" spc="125" b="1">
                <a:solidFill>
                  <a:srgbClr val="FDFAFA"/>
                </a:solidFill>
                <a:latin typeface="Trebuchet MS"/>
                <a:cs typeface="Trebuchet MS"/>
              </a:rPr>
              <a:t>03</a:t>
            </a:r>
            <a:endParaRPr sz="22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335"/>
              </a:spcBef>
            </a:pPr>
            <a:r>
              <a:rPr dirty="0" sz="2200" spc="200" b="1">
                <a:solidFill>
                  <a:srgbClr val="FDFAFA"/>
                </a:solidFill>
                <a:latin typeface="Trebuchet MS"/>
                <a:cs typeface="Trebuchet MS"/>
              </a:rPr>
              <a:t>04</a:t>
            </a:r>
            <a:endParaRPr sz="2200">
              <a:latin typeface="Trebuchet MS"/>
              <a:cs typeface="Trebuchet MS"/>
            </a:endParaRPr>
          </a:p>
          <a:p>
            <a:pPr marL="15875">
              <a:lnSpc>
                <a:spcPct val="100000"/>
              </a:lnSpc>
              <a:spcBef>
                <a:spcPts val="1335"/>
              </a:spcBef>
            </a:pPr>
            <a:r>
              <a:rPr dirty="0" sz="2200" spc="175" b="1">
                <a:solidFill>
                  <a:srgbClr val="FDFAFA"/>
                </a:solidFill>
                <a:latin typeface="Trebuchet MS"/>
                <a:cs typeface="Trebuchet MS"/>
              </a:rPr>
              <a:t>05</a:t>
            </a:r>
            <a:endParaRPr sz="2200">
              <a:latin typeface="Trebuchet MS"/>
              <a:cs typeface="Trebuchet MS"/>
            </a:endParaRPr>
          </a:p>
          <a:p>
            <a:pPr marL="17780">
              <a:lnSpc>
                <a:spcPct val="100000"/>
              </a:lnSpc>
              <a:spcBef>
                <a:spcPts val="1335"/>
              </a:spcBef>
            </a:pPr>
            <a:r>
              <a:rPr dirty="0" sz="2200" spc="155" b="1">
                <a:solidFill>
                  <a:srgbClr val="FDFAFA"/>
                </a:solidFill>
                <a:latin typeface="Trebuchet MS"/>
                <a:cs typeface="Trebuchet MS"/>
              </a:rPr>
              <a:t>06</a:t>
            </a:r>
            <a:endParaRPr sz="2200">
              <a:latin typeface="Trebuchet MS"/>
              <a:cs typeface="Trebuchet MS"/>
            </a:endParaRPr>
          </a:p>
          <a:p>
            <a:pPr marL="32384">
              <a:lnSpc>
                <a:spcPct val="100000"/>
              </a:lnSpc>
              <a:spcBef>
                <a:spcPts val="1335"/>
              </a:spcBef>
            </a:pPr>
            <a:r>
              <a:rPr dirty="0" sz="2200" spc="50" b="1">
                <a:solidFill>
                  <a:srgbClr val="FDFAFA"/>
                </a:solidFill>
                <a:latin typeface="Trebuchet MS"/>
                <a:cs typeface="Trebuchet MS"/>
              </a:rPr>
              <a:t>07</a:t>
            </a:r>
            <a:endParaRPr sz="2200">
              <a:latin typeface="Trebuchet MS"/>
              <a:cs typeface="Trebuchet MS"/>
            </a:endParaRPr>
          </a:p>
          <a:p>
            <a:pPr marL="16510">
              <a:lnSpc>
                <a:spcPct val="100000"/>
              </a:lnSpc>
              <a:spcBef>
                <a:spcPts val="1335"/>
              </a:spcBef>
            </a:pPr>
            <a:r>
              <a:rPr dirty="0" sz="2200" spc="170" b="1">
                <a:solidFill>
                  <a:srgbClr val="FDFAFA"/>
                </a:solidFill>
                <a:latin typeface="Trebuchet MS"/>
                <a:cs typeface="Trebuchet MS"/>
              </a:rPr>
              <a:t>08</a:t>
            </a:r>
            <a:endParaRPr sz="2200">
              <a:latin typeface="Trebuchet MS"/>
              <a:cs typeface="Trebuchet MS"/>
            </a:endParaRPr>
          </a:p>
        </p:txBody>
      </p:sp>
      <p:sp>
        <p:nvSpPr>
          <p:cNvPr id="5" name="object 5" descr=""/>
          <p:cNvSpPr/>
          <p:nvPr/>
        </p:nvSpPr>
        <p:spPr>
          <a:xfrm>
            <a:off x="0" y="0"/>
            <a:ext cx="1543050" cy="10287000"/>
          </a:xfrm>
          <a:custGeom>
            <a:avLst/>
            <a:gdLst/>
            <a:ahLst/>
            <a:cxnLst/>
            <a:rect l="l" t="t" r="r" b="b"/>
            <a:pathLst>
              <a:path w="1543050" h="10287000">
                <a:moveTo>
                  <a:pt x="1543049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543049" y="0"/>
                </a:lnTo>
                <a:lnTo>
                  <a:pt x="1543049" y="10286999"/>
                </a:lnTo>
                <a:close/>
              </a:path>
            </a:pathLst>
          </a:custGeom>
          <a:solidFill>
            <a:srgbClr val="1B5738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6" name="object 6" descr=""/>
          <p:cNvGrpSpPr/>
          <p:nvPr/>
        </p:nvGrpSpPr>
        <p:grpSpPr>
          <a:xfrm>
            <a:off x="11772900" y="1028700"/>
            <a:ext cx="6515100" cy="9258300"/>
            <a:chOff x="11772900" y="1028700"/>
            <a:chExt cx="6515100" cy="9258300"/>
          </a:xfrm>
        </p:grpSpPr>
        <p:sp>
          <p:nvSpPr>
            <p:cNvPr id="7" name="object 7" descr=""/>
            <p:cNvSpPr/>
            <p:nvPr/>
          </p:nvSpPr>
          <p:spPr>
            <a:xfrm>
              <a:off x="12193215" y="1415446"/>
              <a:ext cx="5409565" cy="7980045"/>
            </a:xfrm>
            <a:custGeom>
              <a:avLst/>
              <a:gdLst/>
              <a:ahLst/>
              <a:cxnLst/>
              <a:rect l="l" t="t" r="r" b="b"/>
              <a:pathLst>
                <a:path w="5409565" h="7980045">
                  <a:moveTo>
                    <a:pt x="5408983" y="7979427"/>
                  </a:moveTo>
                  <a:lnTo>
                    <a:pt x="0" y="7979427"/>
                  </a:lnTo>
                  <a:lnTo>
                    <a:pt x="0" y="0"/>
                  </a:lnTo>
                  <a:lnTo>
                    <a:pt x="5408983" y="0"/>
                  </a:lnTo>
                  <a:lnTo>
                    <a:pt x="5408983" y="7979427"/>
                  </a:lnTo>
                  <a:close/>
                </a:path>
              </a:pathLst>
            </a:custGeom>
            <a:solidFill>
              <a:srgbClr val="1B5738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8" name="object 8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5698914" y="8697813"/>
              <a:ext cx="2589085" cy="1589186"/>
            </a:xfrm>
            <a:prstGeom prst="rect">
              <a:avLst/>
            </a:prstGeom>
          </p:spPr>
        </p:pic>
        <p:pic>
          <p:nvPicPr>
            <p:cNvPr id="9" name="object 9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772900" y="1028700"/>
              <a:ext cx="5467349" cy="7991474"/>
            </a:xfrm>
            <a:prstGeom prst="rect">
              <a:avLst/>
            </a:prstGeom>
          </p:spPr>
        </p:pic>
      </p:grp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941999" rIns="0" bIns="0" rtlCol="0" vert="horz">
            <a:spAutoFit/>
          </a:bodyPr>
          <a:lstStyle/>
          <a:p>
            <a:pPr marL="1691005">
              <a:lnSpc>
                <a:spcPct val="100000"/>
              </a:lnSpc>
              <a:spcBef>
                <a:spcPts val="100"/>
              </a:spcBef>
            </a:pPr>
            <a:r>
              <a:rPr dirty="0" sz="8000" spc="969">
                <a:solidFill>
                  <a:srgbClr val="231F20"/>
                </a:solidFill>
              </a:rPr>
              <a:t>Conten</a:t>
            </a:r>
            <a:r>
              <a:rPr dirty="0" sz="8000" spc="190">
                <a:solidFill>
                  <a:srgbClr val="231F20"/>
                </a:solidFill>
              </a:rPr>
              <a:t>t</a:t>
            </a:r>
            <a:endParaRPr sz="8000"/>
          </a:p>
        </p:txBody>
      </p:sp>
      <p:sp>
        <p:nvSpPr>
          <p:cNvPr id="11" name="object 11" descr=""/>
          <p:cNvSpPr txBox="1"/>
          <p:nvPr/>
        </p:nvSpPr>
        <p:spPr>
          <a:xfrm>
            <a:off x="4137670" y="3131540"/>
            <a:ext cx="3607435" cy="48996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1786255">
              <a:lnSpc>
                <a:spcPct val="150900"/>
              </a:lnSpc>
              <a:spcBef>
                <a:spcPts val="95"/>
              </a:spcBef>
            </a:pPr>
            <a:r>
              <a:rPr dirty="0" sz="2650" spc="85">
                <a:solidFill>
                  <a:srgbClr val="231F20"/>
                </a:solidFill>
                <a:latin typeface="Lucida Sans Unicode"/>
                <a:cs typeface="Lucida Sans Unicode"/>
              </a:rPr>
              <a:t>Our</a:t>
            </a:r>
            <a:r>
              <a:rPr dirty="0" sz="2650" spc="175">
                <a:solidFill>
                  <a:srgbClr val="231F20"/>
                </a:solidFill>
                <a:latin typeface="Lucida Sans Unicode"/>
                <a:cs typeface="Lucida Sans Unicode"/>
              </a:rPr>
              <a:t> </a:t>
            </a:r>
            <a:r>
              <a:rPr dirty="0" sz="2650" spc="210">
                <a:solidFill>
                  <a:srgbClr val="231F20"/>
                </a:solidFill>
                <a:latin typeface="Lucida Sans Unicode"/>
                <a:cs typeface="Lucida Sans Unicode"/>
              </a:rPr>
              <a:t>Team </a:t>
            </a:r>
            <a:r>
              <a:rPr dirty="0" sz="2650" spc="180">
                <a:solidFill>
                  <a:srgbClr val="231F20"/>
                </a:solidFill>
                <a:latin typeface="Lucida Sans Unicode"/>
                <a:cs typeface="Lucida Sans Unicode"/>
              </a:rPr>
              <a:t>Overview</a:t>
            </a:r>
            <a:endParaRPr sz="2650">
              <a:latin typeface="Lucida Sans Unicode"/>
              <a:cs typeface="Lucida Sans Unicode"/>
            </a:endParaRPr>
          </a:p>
          <a:p>
            <a:pPr marL="12700" marR="5080">
              <a:lnSpc>
                <a:spcPts val="4800"/>
              </a:lnSpc>
              <a:spcBef>
                <a:spcPts val="430"/>
              </a:spcBef>
            </a:pPr>
            <a:r>
              <a:rPr dirty="0" sz="2650" spc="190">
                <a:solidFill>
                  <a:srgbClr val="231F20"/>
                </a:solidFill>
                <a:latin typeface="Lucida Sans Unicode"/>
                <a:cs typeface="Lucida Sans Unicode"/>
              </a:rPr>
              <a:t>Problem</a:t>
            </a:r>
            <a:r>
              <a:rPr dirty="0" sz="2650" spc="195">
                <a:solidFill>
                  <a:srgbClr val="231F20"/>
                </a:solidFill>
                <a:latin typeface="Lucida Sans Unicode"/>
                <a:cs typeface="Lucida Sans Unicode"/>
              </a:rPr>
              <a:t> </a:t>
            </a:r>
            <a:r>
              <a:rPr dirty="0" sz="2650" spc="229">
                <a:solidFill>
                  <a:srgbClr val="231F20"/>
                </a:solidFill>
                <a:latin typeface="Lucida Sans Unicode"/>
                <a:cs typeface="Lucida Sans Unicode"/>
              </a:rPr>
              <a:t>Statement </a:t>
            </a:r>
            <a:r>
              <a:rPr dirty="0" sz="2650" spc="165">
                <a:solidFill>
                  <a:srgbClr val="231F20"/>
                </a:solidFill>
                <a:latin typeface="Lucida Sans Unicode"/>
                <a:cs typeface="Lucida Sans Unicode"/>
              </a:rPr>
              <a:t>Project</a:t>
            </a:r>
            <a:r>
              <a:rPr dirty="0" sz="2650" spc="185">
                <a:solidFill>
                  <a:srgbClr val="231F20"/>
                </a:solidFill>
                <a:latin typeface="Lucida Sans Unicode"/>
                <a:cs typeface="Lucida Sans Unicode"/>
              </a:rPr>
              <a:t> </a:t>
            </a:r>
            <a:r>
              <a:rPr dirty="0" sz="2650" spc="180">
                <a:solidFill>
                  <a:srgbClr val="231F20"/>
                </a:solidFill>
                <a:latin typeface="Lucida Sans Unicode"/>
                <a:cs typeface="Lucida Sans Unicode"/>
              </a:rPr>
              <a:t>Objectives </a:t>
            </a:r>
            <a:r>
              <a:rPr dirty="0" sz="2650" spc="235">
                <a:solidFill>
                  <a:srgbClr val="231F20"/>
                </a:solidFill>
                <a:latin typeface="Lucida Sans Unicode"/>
                <a:cs typeface="Lucida Sans Unicode"/>
              </a:rPr>
              <a:t>Data</a:t>
            </a:r>
            <a:r>
              <a:rPr dirty="0" sz="2650" spc="175">
                <a:solidFill>
                  <a:srgbClr val="231F20"/>
                </a:solidFill>
                <a:latin typeface="Lucida Sans Unicode"/>
                <a:cs typeface="Lucida Sans Unicode"/>
              </a:rPr>
              <a:t> </a:t>
            </a:r>
            <a:r>
              <a:rPr dirty="0" sz="2650" spc="150">
                <a:solidFill>
                  <a:srgbClr val="231F20"/>
                </a:solidFill>
                <a:latin typeface="Lucida Sans Unicode"/>
                <a:cs typeface="Lucida Sans Unicode"/>
              </a:rPr>
              <a:t>Analysis</a:t>
            </a:r>
            <a:endParaRPr sz="2650">
              <a:latin typeface="Lucida Sans Unicode"/>
              <a:cs typeface="Lucida Sans Unicode"/>
            </a:endParaRPr>
          </a:p>
          <a:p>
            <a:pPr marL="12700">
              <a:lnSpc>
                <a:spcPct val="100000"/>
              </a:lnSpc>
              <a:spcBef>
                <a:spcPts val="1180"/>
              </a:spcBef>
            </a:pPr>
            <a:r>
              <a:rPr dirty="0" sz="2650" spc="215">
                <a:solidFill>
                  <a:srgbClr val="231F20"/>
                </a:solidFill>
                <a:latin typeface="Lucida Sans Unicode"/>
                <a:cs typeface="Lucida Sans Unicode"/>
              </a:rPr>
              <a:t>Economic</a:t>
            </a:r>
            <a:r>
              <a:rPr dirty="0" sz="2650" spc="204">
                <a:solidFill>
                  <a:srgbClr val="231F20"/>
                </a:solidFill>
                <a:latin typeface="Lucida Sans Unicode"/>
                <a:cs typeface="Lucida Sans Unicode"/>
              </a:rPr>
              <a:t> </a:t>
            </a:r>
            <a:r>
              <a:rPr dirty="0" sz="2650" spc="150">
                <a:solidFill>
                  <a:srgbClr val="231F20"/>
                </a:solidFill>
                <a:latin typeface="Lucida Sans Unicode"/>
                <a:cs typeface="Lucida Sans Unicode"/>
              </a:rPr>
              <a:t>Analysis</a:t>
            </a:r>
            <a:endParaRPr sz="2650">
              <a:latin typeface="Lucida Sans Unicode"/>
              <a:cs typeface="Lucida Sans Unicode"/>
            </a:endParaRPr>
          </a:p>
          <a:p>
            <a:pPr marL="12700" marR="90170">
              <a:lnSpc>
                <a:spcPts val="4800"/>
              </a:lnSpc>
              <a:spcBef>
                <a:spcPts val="229"/>
              </a:spcBef>
            </a:pPr>
            <a:r>
              <a:rPr dirty="0" sz="2650" spc="229">
                <a:solidFill>
                  <a:srgbClr val="231F20"/>
                </a:solidFill>
                <a:latin typeface="Lucida Sans Unicode"/>
                <a:cs typeface="Lucida Sans Unicode"/>
              </a:rPr>
              <a:t>Recommendations </a:t>
            </a:r>
            <a:r>
              <a:rPr dirty="0" sz="2650">
                <a:solidFill>
                  <a:srgbClr val="231F20"/>
                </a:solidFill>
                <a:latin typeface="Lucida Sans Unicode"/>
                <a:cs typeface="Lucida Sans Unicode"/>
              </a:rPr>
              <a:t>Next</a:t>
            </a:r>
            <a:r>
              <a:rPr dirty="0" sz="2650" spc="300">
                <a:solidFill>
                  <a:srgbClr val="231F20"/>
                </a:solidFill>
                <a:latin typeface="Lucida Sans Unicode"/>
                <a:cs typeface="Lucida Sans Unicode"/>
              </a:rPr>
              <a:t> </a:t>
            </a:r>
            <a:r>
              <a:rPr dirty="0" sz="2650" spc="180">
                <a:solidFill>
                  <a:srgbClr val="231F20"/>
                </a:solidFill>
                <a:latin typeface="Lucida Sans Unicode"/>
                <a:cs typeface="Lucida Sans Unicode"/>
              </a:rPr>
              <a:t>Steps</a:t>
            </a:r>
            <a:endParaRPr sz="265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0"/>
            <a:ext cx="18288000" cy="3086100"/>
          </a:xfrm>
          <a:custGeom>
            <a:avLst/>
            <a:gdLst/>
            <a:ahLst/>
            <a:cxnLst/>
            <a:rect l="l" t="t" r="r" b="b"/>
            <a:pathLst>
              <a:path w="18288000" h="3086100">
                <a:moveTo>
                  <a:pt x="18287999" y="3086099"/>
                </a:moveTo>
                <a:lnTo>
                  <a:pt x="0" y="3086099"/>
                </a:lnTo>
                <a:lnTo>
                  <a:pt x="0" y="0"/>
                </a:lnTo>
                <a:lnTo>
                  <a:pt x="18287999" y="0"/>
                </a:lnTo>
                <a:lnTo>
                  <a:pt x="18287999" y="3086099"/>
                </a:lnTo>
                <a:close/>
              </a:path>
            </a:pathLst>
          </a:custGeom>
          <a:solidFill>
            <a:srgbClr val="1B573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 txBox="1"/>
          <p:nvPr/>
        </p:nvSpPr>
        <p:spPr>
          <a:xfrm>
            <a:off x="653707" y="4650072"/>
            <a:ext cx="3773804" cy="537210"/>
          </a:xfrm>
          <a:prstGeom prst="rect">
            <a:avLst/>
          </a:prstGeom>
          <a:solidFill>
            <a:srgbClr val="1B5738"/>
          </a:solidFill>
        </p:spPr>
        <p:txBody>
          <a:bodyPr wrap="square" lIns="0" tIns="7937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625"/>
              </a:spcBef>
            </a:pPr>
            <a:r>
              <a:rPr dirty="0" sz="2450" i="1">
                <a:solidFill>
                  <a:srgbClr val="FFFFFF"/>
                </a:solidFill>
                <a:latin typeface="Verdana"/>
                <a:cs typeface="Verdana"/>
              </a:rPr>
              <a:t>Aakash</a:t>
            </a:r>
            <a:r>
              <a:rPr dirty="0" sz="2450" spc="-200" i="1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2450" spc="-10" i="1">
                <a:solidFill>
                  <a:srgbClr val="FFFFFF"/>
                </a:solidFill>
                <a:latin typeface="Verdana"/>
                <a:cs typeface="Verdana"/>
              </a:rPr>
              <a:t>Nihalaney</a:t>
            </a:r>
            <a:endParaRPr sz="2450">
              <a:latin typeface="Verdana"/>
              <a:cs typeface="Verdana"/>
            </a:endParaRPr>
          </a:p>
        </p:txBody>
      </p:sp>
      <p:grpSp>
        <p:nvGrpSpPr>
          <p:cNvPr id="4" name="object 4" descr=""/>
          <p:cNvGrpSpPr/>
          <p:nvPr/>
        </p:nvGrpSpPr>
        <p:grpSpPr>
          <a:xfrm>
            <a:off x="0" y="0"/>
            <a:ext cx="18288000" cy="9393555"/>
            <a:chOff x="0" y="0"/>
            <a:chExt cx="18288000" cy="9393555"/>
          </a:xfrm>
        </p:grpSpPr>
        <p:pic>
          <p:nvPicPr>
            <p:cNvPr id="5" name="object 5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5408481" y="0"/>
              <a:ext cx="2879519" cy="1961647"/>
            </a:xfrm>
            <a:prstGeom prst="rect">
              <a:avLst/>
            </a:prstGeom>
          </p:spPr>
        </p:pic>
        <p:pic>
          <p:nvPicPr>
            <p:cNvPr id="6" name="object 6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0"/>
              <a:ext cx="655170" cy="3257549"/>
            </a:xfrm>
            <a:prstGeom prst="rect">
              <a:avLst/>
            </a:prstGeom>
          </p:spPr>
        </p:pic>
        <p:pic>
          <p:nvPicPr>
            <p:cNvPr id="7" name="object 7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43048" y="6010178"/>
              <a:ext cx="2994003" cy="2994003"/>
            </a:xfrm>
            <a:prstGeom prst="rect">
              <a:avLst/>
            </a:prstGeom>
          </p:spPr>
        </p:pic>
        <p:sp>
          <p:nvSpPr>
            <p:cNvPr id="8" name="object 8" descr=""/>
            <p:cNvSpPr/>
            <p:nvPr/>
          </p:nvSpPr>
          <p:spPr>
            <a:xfrm>
              <a:off x="653707" y="5621622"/>
              <a:ext cx="3773170" cy="3771900"/>
            </a:xfrm>
            <a:custGeom>
              <a:avLst/>
              <a:gdLst/>
              <a:ahLst/>
              <a:cxnLst/>
              <a:rect l="l" t="t" r="r" b="b"/>
              <a:pathLst>
                <a:path w="3773170" h="3771900">
                  <a:moveTo>
                    <a:pt x="1981817" y="12700"/>
                  </a:moveTo>
                  <a:lnTo>
                    <a:pt x="1790867" y="12700"/>
                  </a:lnTo>
                  <a:lnTo>
                    <a:pt x="1838460" y="0"/>
                  </a:lnTo>
                  <a:lnTo>
                    <a:pt x="1934225" y="0"/>
                  </a:lnTo>
                  <a:lnTo>
                    <a:pt x="1981817" y="12700"/>
                  </a:lnTo>
                  <a:close/>
                </a:path>
                <a:path w="3773170" h="3771900">
                  <a:moveTo>
                    <a:pt x="2122707" y="25400"/>
                  </a:moveTo>
                  <a:lnTo>
                    <a:pt x="1649977" y="25400"/>
                  </a:lnTo>
                  <a:lnTo>
                    <a:pt x="1696612" y="12700"/>
                  </a:lnTo>
                  <a:lnTo>
                    <a:pt x="2076072" y="12700"/>
                  </a:lnTo>
                  <a:lnTo>
                    <a:pt x="2122707" y="25400"/>
                  </a:lnTo>
                  <a:close/>
                </a:path>
                <a:path w="3773170" h="3771900">
                  <a:moveTo>
                    <a:pt x="2214920" y="38100"/>
                  </a:moveTo>
                  <a:lnTo>
                    <a:pt x="1557765" y="38100"/>
                  </a:lnTo>
                  <a:lnTo>
                    <a:pt x="1603690" y="25400"/>
                  </a:lnTo>
                  <a:lnTo>
                    <a:pt x="2168994" y="25400"/>
                  </a:lnTo>
                  <a:lnTo>
                    <a:pt x="2214920" y="38100"/>
                  </a:lnTo>
                  <a:close/>
                </a:path>
                <a:path w="3773170" h="3771900">
                  <a:moveTo>
                    <a:pt x="2260255" y="3746500"/>
                  </a:moveTo>
                  <a:lnTo>
                    <a:pt x="1512216" y="3746500"/>
                  </a:lnTo>
                  <a:lnTo>
                    <a:pt x="1247614" y="3670300"/>
                  </a:lnTo>
                  <a:lnTo>
                    <a:pt x="1205095" y="3644900"/>
                  </a:lnTo>
                  <a:lnTo>
                    <a:pt x="1121542" y="3619500"/>
                  </a:lnTo>
                  <a:lnTo>
                    <a:pt x="1080535" y="3594100"/>
                  </a:lnTo>
                  <a:lnTo>
                    <a:pt x="1040062" y="3581400"/>
                  </a:lnTo>
                  <a:lnTo>
                    <a:pt x="960768" y="3530600"/>
                  </a:lnTo>
                  <a:lnTo>
                    <a:pt x="921978" y="3517900"/>
                  </a:lnTo>
                  <a:lnTo>
                    <a:pt x="883776" y="3492500"/>
                  </a:lnTo>
                  <a:lnTo>
                    <a:pt x="846178" y="3467100"/>
                  </a:lnTo>
                  <a:lnTo>
                    <a:pt x="809199" y="3441700"/>
                  </a:lnTo>
                  <a:lnTo>
                    <a:pt x="772851" y="3416300"/>
                  </a:lnTo>
                  <a:lnTo>
                    <a:pt x="737149" y="3390900"/>
                  </a:lnTo>
                  <a:lnTo>
                    <a:pt x="702109" y="3365500"/>
                  </a:lnTo>
                  <a:lnTo>
                    <a:pt x="667743" y="3327400"/>
                  </a:lnTo>
                  <a:lnTo>
                    <a:pt x="634066" y="3302000"/>
                  </a:lnTo>
                  <a:lnTo>
                    <a:pt x="601092" y="3276600"/>
                  </a:lnTo>
                  <a:lnTo>
                    <a:pt x="568836" y="3238500"/>
                  </a:lnTo>
                  <a:lnTo>
                    <a:pt x="537311" y="3213100"/>
                  </a:lnTo>
                  <a:lnTo>
                    <a:pt x="506532" y="3175000"/>
                  </a:lnTo>
                  <a:lnTo>
                    <a:pt x="476514" y="3149600"/>
                  </a:lnTo>
                  <a:lnTo>
                    <a:pt x="447270" y="3111500"/>
                  </a:lnTo>
                  <a:lnTo>
                    <a:pt x="418814" y="3073400"/>
                  </a:lnTo>
                  <a:lnTo>
                    <a:pt x="391162" y="3035300"/>
                  </a:lnTo>
                  <a:lnTo>
                    <a:pt x="364326" y="3009900"/>
                  </a:lnTo>
                  <a:lnTo>
                    <a:pt x="338322" y="2971800"/>
                  </a:lnTo>
                  <a:lnTo>
                    <a:pt x="313163" y="2933700"/>
                  </a:lnTo>
                  <a:lnTo>
                    <a:pt x="288864" y="2895600"/>
                  </a:lnTo>
                  <a:lnTo>
                    <a:pt x="265439" y="2857500"/>
                  </a:lnTo>
                  <a:lnTo>
                    <a:pt x="242903" y="2819400"/>
                  </a:lnTo>
                  <a:lnTo>
                    <a:pt x="221268" y="2781300"/>
                  </a:lnTo>
                  <a:lnTo>
                    <a:pt x="200550" y="2743200"/>
                  </a:lnTo>
                  <a:lnTo>
                    <a:pt x="180764" y="2692400"/>
                  </a:lnTo>
                  <a:lnTo>
                    <a:pt x="161922" y="2654300"/>
                  </a:lnTo>
                  <a:lnTo>
                    <a:pt x="144039" y="2616200"/>
                  </a:lnTo>
                  <a:lnTo>
                    <a:pt x="127131" y="2578100"/>
                  </a:lnTo>
                  <a:lnTo>
                    <a:pt x="111210" y="2527300"/>
                  </a:lnTo>
                  <a:lnTo>
                    <a:pt x="96291" y="2489200"/>
                  </a:lnTo>
                  <a:lnTo>
                    <a:pt x="82388" y="2438400"/>
                  </a:lnTo>
                  <a:lnTo>
                    <a:pt x="69515" y="2400300"/>
                  </a:lnTo>
                  <a:lnTo>
                    <a:pt x="57688" y="2349500"/>
                  </a:lnTo>
                  <a:lnTo>
                    <a:pt x="46919" y="2311400"/>
                  </a:lnTo>
                  <a:lnTo>
                    <a:pt x="37224" y="2260600"/>
                  </a:lnTo>
                  <a:lnTo>
                    <a:pt x="28615" y="2222500"/>
                  </a:lnTo>
                  <a:lnTo>
                    <a:pt x="21109" y="2171700"/>
                  </a:lnTo>
                  <a:lnTo>
                    <a:pt x="14718" y="2133600"/>
                  </a:lnTo>
                  <a:lnTo>
                    <a:pt x="9457" y="2082800"/>
                  </a:lnTo>
                  <a:lnTo>
                    <a:pt x="5341" y="2032000"/>
                  </a:lnTo>
                  <a:lnTo>
                    <a:pt x="2383" y="1981200"/>
                  </a:lnTo>
                  <a:lnTo>
                    <a:pt x="598" y="1943100"/>
                  </a:lnTo>
                  <a:lnTo>
                    <a:pt x="0" y="1892300"/>
                  </a:lnTo>
                  <a:lnTo>
                    <a:pt x="598" y="1841500"/>
                  </a:lnTo>
                  <a:lnTo>
                    <a:pt x="2383" y="1790700"/>
                  </a:lnTo>
                  <a:lnTo>
                    <a:pt x="5341" y="1752600"/>
                  </a:lnTo>
                  <a:lnTo>
                    <a:pt x="9457" y="1701800"/>
                  </a:lnTo>
                  <a:lnTo>
                    <a:pt x="14718" y="1651000"/>
                  </a:lnTo>
                  <a:lnTo>
                    <a:pt x="21109" y="1612900"/>
                  </a:lnTo>
                  <a:lnTo>
                    <a:pt x="28615" y="1562100"/>
                  </a:lnTo>
                  <a:lnTo>
                    <a:pt x="37224" y="1524000"/>
                  </a:lnTo>
                  <a:lnTo>
                    <a:pt x="46919" y="1473200"/>
                  </a:lnTo>
                  <a:lnTo>
                    <a:pt x="57688" y="1422400"/>
                  </a:lnTo>
                  <a:lnTo>
                    <a:pt x="69515" y="1384300"/>
                  </a:lnTo>
                  <a:lnTo>
                    <a:pt x="82388" y="1346200"/>
                  </a:lnTo>
                  <a:lnTo>
                    <a:pt x="96291" y="1295400"/>
                  </a:lnTo>
                  <a:lnTo>
                    <a:pt x="111210" y="1257300"/>
                  </a:lnTo>
                  <a:lnTo>
                    <a:pt x="127131" y="1206500"/>
                  </a:lnTo>
                  <a:lnTo>
                    <a:pt x="144039" y="1168400"/>
                  </a:lnTo>
                  <a:lnTo>
                    <a:pt x="161922" y="1130300"/>
                  </a:lnTo>
                  <a:lnTo>
                    <a:pt x="180764" y="1092200"/>
                  </a:lnTo>
                  <a:lnTo>
                    <a:pt x="200550" y="1041400"/>
                  </a:lnTo>
                  <a:lnTo>
                    <a:pt x="221268" y="1003300"/>
                  </a:lnTo>
                  <a:lnTo>
                    <a:pt x="242903" y="965200"/>
                  </a:lnTo>
                  <a:lnTo>
                    <a:pt x="265439" y="927100"/>
                  </a:lnTo>
                  <a:lnTo>
                    <a:pt x="288864" y="889000"/>
                  </a:lnTo>
                  <a:lnTo>
                    <a:pt x="313163" y="850900"/>
                  </a:lnTo>
                  <a:lnTo>
                    <a:pt x="338322" y="812800"/>
                  </a:lnTo>
                  <a:lnTo>
                    <a:pt x="364326" y="774700"/>
                  </a:lnTo>
                  <a:lnTo>
                    <a:pt x="391162" y="749300"/>
                  </a:lnTo>
                  <a:lnTo>
                    <a:pt x="418814" y="711200"/>
                  </a:lnTo>
                  <a:lnTo>
                    <a:pt x="447270" y="673100"/>
                  </a:lnTo>
                  <a:lnTo>
                    <a:pt x="476514" y="635000"/>
                  </a:lnTo>
                  <a:lnTo>
                    <a:pt x="506532" y="609600"/>
                  </a:lnTo>
                  <a:lnTo>
                    <a:pt x="537311" y="571500"/>
                  </a:lnTo>
                  <a:lnTo>
                    <a:pt x="568836" y="546100"/>
                  </a:lnTo>
                  <a:lnTo>
                    <a:pt x="601092" y="508000"/>
                  </a:lnTo>
                  <a:lnTo>
                    <a:pt x="634066" y="482600"/>
                  </a:lnTo>
                  <a:lnTo>
                    <a:pt x="667743" y="457200"/>
                  </a:lnTo>
                  <a:lnTo>
                    <a:pt x="702109" y="419100"/>
                  </a:lnTo>
                  <a:lnTo>
                    <a:pt x="737149" y="393700"/>
                  </a:lnTo>
                  <a:lnTo>
                    <a:pt x="772851" y="368300"/>
                  </a:lnTo>
                  <a:lnTo>
                    <a:pt x="809199" y="342900"/>
                  </a:lnTo>
                  <a:lnTo>
                    <a:pt x="846178" y="317500"/>
                  </a:lnTo>
                  <a:lnTo>
                    <a:pt x="883776" y="292100"/>
                  </a:lnTo>
                  <a:lnTo>
                    <a:pt x="921978" y="266700"/>
                  </a:lnTo>
                  <a:lnTo>
                    <a:pt x="960768" y="254000"/>
                  </a:lnTo>
                  <a:lnTo>
                    <a:pt x="1040062" y="203200"/>
                  </a:lnTo>
                  <a:lnTo>
                    <a:pt x="1080535" y="190500"/>
                  </a:lnTo>
                  <a:lnTo>
                    <a:pt x="1121542" y="165100"/>
                  </a:lnTo>
                  <a:lnTo>
                    <a:pt x="1163067" y="152400"/>
                  </a:lnTo>
                  <a:lnTo>
                    <a:pt x="1205095" y="127000"/>
                  </a:lnTo>
                  <a:lnTo>
                    <a:pt x="1512216" y="38100"/>
                  </a:lnTo>
                  <a:lnTo>
                    <a:pt x="2260469" y="38100"/>
                  </a:lnTo>
                  <a:lnTo>
                    <a:pt x="2567589" y="127000"/>
                  </a:lnTo>
                  <a:lnTo>
                    <a:pt x="2609618" y="152400"/>
                  </a:lnTo>
                  <a:lnTo>
                    <a:pt x="2651143" y="165100"/>
                  </a:lnTo>
                  <a:lnTo>
                    <a:pt x="2692149" y="190500"/>
                  </a:lnTo>
                  <a:lnTo>
                    <a:pt x="2732623" y="203200"/>
                  </a:lnTo>
                  <a:lnTo>
                    <a:pt x="2811916" y="254000"/>
                  </a:lnTo>
                  <a:lnTo>
                    <a:pt x="2850707" y="266700"/>
                  </a:lnTo>
                  <a:lnTo>
                    <a:pt x="2888909" y="292100"/>
                  </a:lnTo>
                  <a:lnTo>
                    <a:pt x="2926506" y="317500"/>
                  </a:lnTo>
                  <a:lnTo>
                    <a:pt x="1742815" y="317500"/>
                  </a:lnTo>
                  <a:lnTo>
                    <a:pt x="1695738" y="330200"/>
                  </a:lnTo>
                  <a:lnTo>
                    <a:pt x="1649077" y="330200"/>
                  </a:lnTo>
                  <a:lnTo>
                    <a:pt x="1602855" y="342900"/>
                  </a:lnTo>
                  <a:lnTo>
                    <a:pt x="1557091" y="342900"/>
                  </a:lnTo>
                  <a:lnTo>
                    <a:pt x="1335880" y="406400"/>
                  </a:lnTo>
                  <a:lnTo>
                    <a:pt x="1293305" y="431800"/>
                  </a:lnTo>
                  <a:lnTo>
                    <a:pt x="1251335" y="444500"/>
                  </a:lnTo>
                  <a:lnTo>
                    <a:pt x="1209990" y="469900"/>
                  </a:lnTo>
                  <a:lnTo>
                    <a:pt x="1169291" y="482600"/>
                  </a:lnTo>
                  <a:lnTo>
                    <a:pt x="1129259" y="508000"/>
                  </a:lnTo>
                  <a:lnTo>
                    <a:pt x="1089914" y="533400"/>
                  </a:lnTo>
                  <a:lnTo>
                    <a:pt x="1051278" y="546100"/>
                  </a:lnTo>
                  <a:lnTo>
                    <a:pt x="1013372" y="571500"/>
                  </a:lnTo>
                  <a:lnTo>
                    <a:pt x="976215" y="596900"/>
                  </a:lnTo>
                  <a:lnTo>
                    <a:pt x="939829" y="622300"/>
                  </a:lnTo>
                  <a:lnTo>
                    <a:pt x="904235" y="660400"/>
                  </a:lnTo>
                  <a:lnTo>
                    <a:pt x="869454" y="685800"/>
                  </a:lnTo>
                  <a:lnTo>
                    <a:pt x="835506" y="711200"/>
                  </a:lnTo>
                  <a:lnTo>
                    <a:pt x="802412" y="749300"/>
                  </a:lnTo>
                  <a:lnTo>
                    <a:pt x="770193" y="774700"/>
                  </a:lnTo>
                  <a:lnTo>
                    <a:pt x="738870" y="812800"/>
                  </a:lnTo>
                  <a:lnTo>
                    <a:pt x="708464" y="838200"/>
                  </a:lnTo>
                  <a:lnTo>
                    <a:pt x="678995" y="876300"/>
                  </a:lnTo>
                  <a:lnTo>
                    <a:pt x="650484" y="914400"/>
                  </a:lnTo>
                  <a:lnTo>
                    <a:pt x="622953" y="939800"/>
                  </a:lnTo>
                  <a:lnTo>
                    <a:pt x="596421" y="977900"/>
                  </a:lnTo>
                  <a:lnTo>
                    <a:pt x="570910" y="1016000"/>
                  </a:lnTo>
                  <a:lnTo>
                    <a:pt x="546441" y="1054100"/>
                  </a:lnTo>
                  <a:lnTo>
                    <a:pt x="523034" y="1092200"/>
                  </a:lnTo>
                  <a:lnTo>
                    <a:pt x="500710" y="1130300"/>
                  </a:lnTo>
                  <a:lnTo>
                    <a:pt x="479490" y="1181100"/>
                  </a:lnTo>
                  <a:lnTo>
                    <a:pt x="459394" y="1219200"/>
                  </a:lnTo>
                  <a:lnTo>
                    <a:pt x="440445" y="1257300"/>
                  </a:lnTo>
                  <a:lnTo>
                    <a:pt x="422662" y="1295400"/>
                  </a:lnTo>
                  <a:lnTo>
                    <a:pt x="406066" y="1346200"/>
                  </a:lnTo>
                  <a:lnTo>
                    <a:pt x="390678" y="1384300"/>
                  </a:lnTo>
                  <a:lnTo>
                    <a:pt x="376519" y="1422400"/>
                  </a:lnTo>
                  <a:lnTo>
                    <a:pt x="363610" y="1473200"/>
                  </a:lnTo>
                  <a:lnTo>
                    <a:pt x="351971" y="1511300"/>
                  </a:lnTo>
                  <a:lnTo>
                    <a:pt x="341623" y="1562100"/>
                  </a:lnTo>
                  <a:lnTo>
                    <a:pt x="332588" y="1612900"/>
                  </a:lnTo>
                  <a:lnTo>
                    <a:pt x="324885" y="1651000"/>
                  </a:lnTo>
                  <a:lnTo>
                    <a:pt x="318537" y="1701800"/>
                  </a:lnTo>
                  <a:lnTo>
                    <a:pt x="313563" y="1752600"/>
                  </a:lnTo>
                  <a:lnTo>
                    <a:pt x="309984" y="1790700"/>
                  </a:lnTo>
                  <a:lnTo>
                    <a:pt x="307822" y="1841500"/>
                  </a:lnTo>
                  <a:lnTo>
                    <a:pt x="307096" y="1892300"/>
                  </a:lnTo>
                  <a:lnTo>
                    <a:pt x="307822" y="1943100"/>
                  </a:lnTo>
                  <a:lnTo>
                    <a:pt x="309984" y="1993900"/>
                  </a:lnTo>
                  <a:lnTo>
                    <a:pt x="313563" y="2032000"/>
                  </a:lnTo>
                  <a:lnTo>
                    <a:pt x="318537" y="2082800"/>
                  </a:lnTo>
                  <a:lnTo>
                    <a:pt x="324885" y="2133600"/>
                  </a:lnTo>
                  <a:lnTo>
                    <a:pt x="332588" y="2171700"/>
                  </a:lnTo>
                  <a:lnTo>
                    <a:pt x="341623" y="2222500"/>
                  </a:lnTo>
                  <a:lnTo>
                    <a:pt x="351971" y="2260600"/>
                  </a:lnTo>
                  <a:lnTo>
                    <a:pt x="363610" y="2311400"/>
                  </a:lnTo>
                  <a:lnTo>
                    <a:pt x="376519" y="2349500"/>
                  </a:lnTo>
                  <a:lnTo>
                    <a:pt x="390678" y="2400300"/>
                  </a:lnTo>
                  <a:lnTo>
                    <a:pt x="406066" y="2438400"/>
                  </a:lnTo>
                  <a:lnTo>
                    <a:pt x="422662" y="2489200"/>
                  </a:lnTo>
                  <a:lnTo>
                    <a:pt x="440445" y="2527300"/>
                  </a:lnTo>
                  <a:lnTo>
                    <a:pt x="459394" y="2565400"/>
                  </a:lnTo>
                  <a:lnTo>
                    <a:pt x="479490" y="2603500"/>
                  </a:lnTo>
                  <a:lnTo>
                    <a:pt x="500710" y="2654300"/>
                  </a:lnTo>
                  <a:lnTo>
                    <a:pt x="523034" y="2692400"/>
                  </a:lnTo>
                  <a:lnTo>
                    <a:pt x="546441" y="2730500"/>
                  </a:lnTo>
                  <a:lnTo>
                    <a:pt x="570910" y="2768600"/>
                  </a:lnTo>
                  <a:lnTo>
                    <a:pt x="596421" y="2806700"/>
                  </a:lnTo>
                  <a:lnTo>
                    <a:pt x="622953" y="2832100"/>
                  </a:lnTo>
                  <a:lnTo>
                    <a:pt x="650484" y="2870200"/>
                  </a:lnTo>
                  <a:lnTo>
                    <a:pt x="678995" y="2908300"/>
                  </a:lnTo>
                  <a:lnTo>
                    <a:pt x="708464" y="2946400"/>
                  </a:lnTo>
                  <a:lnTo>
                    <a:pt x="738870" y="2971800"/>
                  </a:lnTo>
                  <a:lnTo>
                    <a:pt x="770193" y="3009900"/>
                  </a:lnTo>
                  <a:lnTo>
                    <a:pt x="802412" y="3035300"/>
                  </a:lnTo>
                  <a:lnTo>
                    <a:pt x="835506" y="3073400"/>
                  </a:lnTo>
                  <a:lnTo>
                    <a:pt x="869454" y="3098800"/>
                  </a:lnTo>
                  <a:lnTo>
                    <a:pt x="904235" y="3124200"/>
                  </a:lnTo>
                  <a:lnTo>
                    <a:pt x="939829" y="3149600"/>
                  </a:lnTo>
                  <a:lnTo>
                    <a:pt x="976215" y="3187700"/>
                  </a:lnTo>
                  <a:lnTo>
                    <a:pt x="1013372" y="3213100"/>
                  </a:lnTo>
                  <a:lnTo>
                    <a:pt x="1051278" y="3225800"/>
                  </a:lnTo>
                  <a:lnTo>
                    <a:pt x="1089914" y="3251200"/>
                  </a:lnTo>
                  <a:lnTo>
                    <a:pt x="1129259" y="3276600"/>
                  </a:lnTo>
                  <a:lnTo>
                    <a:pt x="1169291" y="3302000"/>
                  </a:lnTo>
                  <a:lnTo>
                    <a:pt x="1209990" y="3314700"/>
                  </a:lnTo>
                  <a:lnTo>
                    <a:pt x="1251335" y="3340100"/>
                  </a:lnTo>
                  <a:lnTo>
                    <a:pt x="1293305" y="3352800"/>
                  </a:lnTo>
                  <a:lnTo>
                    <a:pt x="1335880" y="3378200"/>
                  </a:lnTo>
                  <a:lnTo>
                    <a:pt x="1557091" y="3441700"/>
                  </a:lnTo>
                  <a:lnTo>
                    <a:pt x="1602855" y="3441700"/>
                  </a:lnTo>
                  <a:lnTo>
                    <a:pt x="1649077" y="3454400"/>
                  </a:lnTo>
                  <a:lnTo>
                    <a:pt x="1695738" y="3454400"/>
                  </a:lnTo>
                  <a:lnTo>
                    <a:pt x="1742815" y="3467100"/>
                  </a:lnTo>
                  <a:lnTo>
                    <a:pt x="2926174" y="3467100"/>
                  </a:lnTo>
                  <a:lnTo>
                    <a:pt x="2888574" y="3492500"/>
                  </a:lnTo>
                  <a:lnTo>
                    <a:pt x="2850372" y="3517900"/>
                  </a:lnTo>
                  <a:lnTo>
                    <a:pt x="2811581" y="3530600"/>
                  </a:lnTo>
                  <a:lnTo>
                    <a:pt x="2732292" y="3581400"/>
                  </a:lnTo>
                  <a:lnTo>
                    <a:pt x="2691822" y="3594100"/>
                  </a:lnTo>
                  <a:lnTo>
                    <a:pt x="2650820" y="3619500"/>
                  </a:lnTo>
                  <a:lnTo>
                    <a:pt x="2567280" y="3644900"/>
                  </a:lnTo>
                  <a:lnTo>
                    <a:pt x="2524771" y="3670300"/>
                  </a:lnTo>
                  <a:lnTo>
                    <a:pt x="2260255" y="3746500"/>
                  </a:lnTo>
                  <a:close/>
                </a:path>
                <a:path w="3773170" h="3771900">
                  <a:moveTo>
                    <a:pt x="2926174" y="3467100"/>
                  </a:moveTo>
                  <a:lnTo>
                    <a:pt x="2029869" y="3467100"/>
                  </a:lnTo>
                  <a:lnTo>
                    <a:pt x="2076947" y="3454400"/>
                  </a:lnTo>
                  <a:lnTo>
                    <a:pt x="2123607" y="3454400"/>
                  </a:lnTo>
                  <a:lnTo>
                    <a:pt x="2169830" y="3441700"/>
                  </a:lnTo>
                  <a:lnTo>
                    <a:pt x="2215594" y="3441700"/>
                  </a:lnTo>
                  <a:lnTo>
                    <a:pt x="2436805" y="3378200"/>
                  </a:lnTo>
                  <a:lnTo>
                    <a:pt x="2479379" y="3352800"/>
                  </a:lnTo>
                  <a:lnTo>
                    <a:pt x="2521350" y="3340100"/>
                  </a:lnTo>
                  <a:lnTo>
                    <a:pt x="2562695" y="3314700"/>
                  </a:lnTo>
                  <a:lnTo>
                    <a:pt x="2603394" y="3302000"/>
                  </a:lnTo>
                  <a:lnTo>
                    <a:pt x="2643426" y="3276600"/>
                  </a:lnTo>
                  <a:lnTo>
                    <a:pt x="2682770" y="3251200"/>
                  </a:lnTo>
                  <a:lnTo>
                    <a:pt x="2721406" y="3225800"/>
                  </a:lnTo>
                  <a:lnTo>
                    <a:pt x="2759313" y="3213100"/>
                  </a:lnTo>
                  <a:lnTo>
                    <a:pt x="2796470" y="3187700"/>
                  </a:lnTo>
                  <a:lnTo>
                    <a:pt x="2832855" y="3149600"/>
                  </a:lnTo>
                  <a:lnTo>
                    <a:pt x="2868449" y="3124200"/>
                  </a:lnTo>
                  <a:lnTo>
                    <a:pt x="2903231" y="3098800"/>
                  </a:lnTo>
                  <a:lnTo>
                    <a:pt x="2937179" y="3073400"/>
                  </a:lnTo>
                  <a:lnTo>
                    <a:pt x="2970273" y="3035300"/>
                  </a:lnTo>
                  <a:lnTo>
                    <a:pt x="3002491" y="3009900"/>
                  </a:lnTo>
                  <a:lnTo>
                    <a:pt x="3033814" y="2971800"/>
                  </a:lnTo>
                  <a:lnTo>
                    <a:pt x="3064221" y="2946400"/>
                  </a:lnTo>
                  <a:lnTo>
                    <a:pt x="3093690" y="2908300"/>
                  </a:lnTo>
                  <a:lnTo>
                    <a:pt x="3122200" y="2870200"/>
                  </a:lnTo>
                  <a:lnTo>
                    <a:pt x="3149732" y="2832100"/>
                  </a:lnTo>
                  <a:lnTo>
                    <a:pt x="3176264" y="2806700"/>
                  </a:lnTo>
                  <a:lnTo>
                    <a:pt x="3201775" y="2768600"/>
                  </a:lnTo>
                  <a:lnTo>
                    <a:pt x="3226244" y="2730500"/>
                  </a:lnTo>
                  <a:lnTo>
                    <a:pt x="3249651" y="2692400"/>
                  </a:lnTo>
                  <a:lnTo>
                    <a:pt x="3271975" y="2654300"/>
                  </a:lnTo>
                  <a:lnTo>
                    <a:pt x="3293195" y="2603500"/>
                  </a:lnTo>
                  <a:lnTo>
                    <a:pt x="3313290" y="2565400"/>
                  </a:lnTo>
                  <a:lnTo>
                    <a:pt x="3332240" y="2527300"/>
                  </a:lnTo>
                  <a:lnTo>
                    <a:pt x="3350023" y="2489200"/>
                  </a:lnTo>
                  <a:lnTo>
                    <a:pt x="3366619" y="2438400"/>
                  </a:lnTo>
                  <a:lnTo>
                    <a:pt x="3382007" y="2400300"/>
                  </a:lnTo>
                  <a:lnTo>
                    <a:pt x="3396166" y="2349500"/>
                  </a:lnTo>
                  <a:lnTo>
                    <a:pt x="3409075" y="2311400"/>
                  </a:lnTo>
                  <a:lnTo>
                    <a:pt x="3420714" y="2260600"/>
                  </a:lnTo>
                  <a:lnTo>
                    <a:pt x="3431061" y="2222500"/>
                  </a:lnTo>
                  <a:lnTo>
                    <a:pt x="3440097" y="2171700"/>
                  </a:lnTo>
                  <a:lnTo>
                    <a:pt x="3447799" y="2133600"/>
                  </a:lnTo>
                  <a:lnTo>
                    <a:pt x="3454148" y="2082800"/>
                  </a:lnTo>
                  <a:lnTo>
                    <a:pt x="3459122" y="2032000"/>
                  </a:lnTo>
                  <a:lnTo>
                    <a:pt x="3462701" y="1993900"/>
                  </a:lnTo>
                  <a:lnTo>
                    <a:pt x="3464863" y="1943100"/>
                  </a:lnTo>
                  <a:lnTo>
                    <a:pt x="3465588" y="1892300"/>
                  </a:lnTo>
                  <a:lnTo>
                    <a:pt x="3464863" y="1841500"/>
                  </a:lnTo>
                  <a:lnTo>
                    <a:pt x="3462701" y="1790700"/>
                  </a:lnTo>
                  <a:lnTo>
                    <a:pt x="3459122" y="1752600"/>
                  </a:lnTo>
                  <a:lnTo>
                    <a:pt x="3454148" y="1701800"/>
                  </a:lnTo>
                  <a:lnTo>
                    <a:pt x="3447799" y="1651000"/>
                  </a:lnTo>
                  <a:lnTo>
                    <a:pt x="3440097" y="1612900"/>
                  </a:lnTo>
                  <a:lnTo>
                    <a:pt x="3431061" y="1562100"/>
                  </a:lnTo>
                  <a:lnTo>
                    <a:pt x="3420714" y="1511300"/>
                  </a:lnTo>
                  <a:lnTo>
                    <a:pt x="3409075" y="1473200"/>
                  </a:lnTo>
                  <a:lnTo>
                    <a:pt x="3396166" y="1422400"/>
                  </a:lnTo>
                  <a:lnTo>
                    <a:pt x="3382007" y="1384300"/>
                  </a:lnTo>
                  <a:lnTo>
                    <a:pt x="3366619" y="1346200"/>
                  </a:lnTo>
                  <a:lnTo>
                    <a:pt x="3350023" y="1295400"/>
                  </a:lnTo>
                  <a:lnTo>
                    <a:pt x="3332240" y="1257300"/>
                  </a:lnTo>
                  <a:lnTo>
                    <a:pt x="3313290" y="1219200"/>
                  </a:lnTo>
                  <a:lnTo>
                    <a:pt x="3293195" y="1181100"/>
                  </a:lnTo>
                  <a:lnTo>
                    <a:pt x="3271975" y="1130300"/>
                  </a:lnTo>
                  <a:lnTo>
                    <a:pt x="3249651" y="1092200"/>
                  </a:lnTo>
                  <a:lnTo>
                    <a:pt x="3226244" y="1054100"/>
                  </a:lnTo>
                  <a:lnTo>
                    <a:pt x="3201775" y="1016000"/>
                  </a:lnTo>
                  <a:lnTo>
                    <a:pt x="3176264" y="977900"/>
                  </a:lnTo>
                  <a:lnTo>
                    <a:pt x="3149732" y="939800"/>
                  </a:lnTo>
                  <a:lnTo>
                    <a:pt x="3122200" y="914400"/>
                  </a:lnTo>
                  <a:lnTo>
                    <a:pt x="3093690" y="876300"/>
                  </a:lnTo>
                  <a:lnTo>
                    <a:pt x="3064221" y="838200"/>
                  </a:lnTo>
                  <a:lnTo>
                    <a:pt x="3033814" y="812800"/>
                  </a:lnTo>
                  <a:lnTo>
                    <a:pt x="3002491" y="774700"/>
                  </a:lnTo>
                  <a:lnTo>
                    <a:pt x="2970273" y="749300"/>
                  </a:lnTo>
                  <a:lnTo>
                    <a:pt x="2937179" y="711200"/>
                  </a:lnTo>
                  <a:lnTo>
                    <a:pt x="2903231" y="685800"/>
                  </a:lnTo>
                  <a:lnTo>
                    <a:pt x="2868449" y="660400"/>
                  </a:lnTo>
                  <a:lnTo>
                    <a:pt x="2832855" y="622300"/>
                  </a:lnTo>
                  <a:lnTo>
                    <a:pt x="2796470" y="596900"/>
                  </a:lnTo>
                  <a:lnTo>
                    <a:pt x="2759313" y="571500"/>
                  </a:lnTo>
                  <a:lnTo>
                    <a:pt x="2721406" y="546100"/>
                  </a:lnTo>
                  <a:lnTo>
                    <a:pt x="2682770" y="533400"/>
                  </a:lnTo>
                  <a:lnTo>
                    <a:pt x="2643426" y="508000"/>
                  </a:lnTo>
                  <a:lnTo>
                    <a:pt x="2603394" y="482600"/>
                  </a:lnTo>
                  <a:lnTo>
                    <a:pt x="2562695" y="469900"/>
                  </a:lnTo>
                  <a:lnTo>
                    <a:pt x="2521350" y="444500"/>
                  </a:lnTo>
                  <a:lnTo>
                    <a:pt x="2479379" y="431800"/>
                  </a:lnTo>
                  <a:lnTo>
                    <a:pt x="2436805" y="406400"/>
                  </a:lnTo>
                  <a:lnTo>
                    <a:pt x="2215594" y="342900"/>
                  </a:lnTo>
                  <a:lnTo>
                    <a:pt x="2169830" y="342900"/>
                  </a:lnTo>
                  <a:lnTo>
                    <a:pt x="2123607" y="330200"/>
                  </a:lnTo>
                  <a:lnTo>
                    <a:pt x="2076947" y="330200"/>
                  </a:lnTo>
                  <a:lnTo>
                    <a:pt x="2029869" y="317500"/>
                  </a:lnTo>
                  <a:lnTo>
                    <a:pt x="2926506" y="317500"/>
                  </a:lnTo>
                  <a:lnTo>
                    <a:pt x="2963486" y="342900"/>
                  </a:lnTo>
                  <a:lnTo>
                    <a:pt x="2999834" y="368300"/>
                  </a:lnTo>
                  <a:lnTo>
                    <a:pt x="3035535" y="393700"/>
                  </a:lnTo>
                  <a:lnTo>
                    <a:pt x="3070576" y="419100"/>
                  </a:lnTo>
                  <a:lnTo>
                    <a:pt x="3104942" y="457200"/>
                  </a:lnTo>
                  <a:lnTo>
                    <a:pt x="3138619" y="482600"/>
                  </a:lnTo>
                  <a:lnTo>
                    <a:pt x="3171593" y="508000"/>
                  </a:lnTo>
                  <a:lnTo>
                    <a:pt x="3203849" y="546100"/>
                  </a:lnTo>
                  <a:lnTo>
                    <a:pt x="3235374" y="571500"/>
                  </a:lnTo>
                  <a:lnTo>
                    <a:pt x="3266152" y="609600"/>
                  </a:lnTo>
                  <a:lnTo>
                    <a:pt x="3296171" y="635000"/>
                  </a:lnTo>
                  <a:lnTo>
                    <a:pt x="3325415" y="673100"/>
                  </a:lnTo>
                  <a:lnTo>
                    <a:pt x="3353870" y="711200"/>
                  </a:lnTo>
                  <a:lnTo>
                    <a:pt x="3381523" y="749300"/>
                  </a:lnTo>
                  <a:lnTo>
                    <a:pt x="3408359" y="774700"/>
                  </a:lnTo>
                  <a:lnTo>
                    <a:pt x="3434363" y="812800"/>
                  </a:lnTo>
                  <a:lnTo>
                    <a:pt x="3459521" y="850900"/>
                  </a:lnTo>
                  <a:lnTo>
                    <a:pt x="3483820" y="889000"/>
                  </a:lnTo>
                  <a:lnTo>
                    <a:pt x="3507245" y="927100"/>
                  </a:lnTo>
                  <a:lnTo>
                    <a:pt x="3529782" y="965200"/>
                  </a:lnTo>
                  <a:lnTo>
                    <a:pt x="3551417" y="1003300"/>
                  </a:lnTo>
                  <a:lnTo>
                    <a:pt x="3572134" y="1041400"/>
                  </a:lnTo>
                  <a:lnTo>
                    <a:pt x="3591921" y="1092200"/>
                  </a:lnTo>
                  <a:lnTo>
                    <a:pt x="3610763" y="1130300"/>
                  </a:lnTo>
                  <a:lnTo>
                    <a:pt x="3628645" y="1168400"/>
                  </a:lnTo>
                  <a:lnTo>
                    <a:pt x="3645554" y="1206500"/>
                  </a:lnTo>
                  <a:lnTo>
                    <a:pt x="3661475" y="1257300"/>
                  </a:lnTo>
                  <a:lnTo>
                    <a:pt x="3676394" y="1295400"/>
                  </a:lnTo>
                  <a:lnTo>
                    <a:pt x="3690297" y="1346200"/>
                  </a:lnTo>
                  <a:lnTo>
                    <a:pt x="3703169" y="1384300"/>
                  </a:lnTo>
                  <a:lnTo>
                    <a:pt x="3714997" y="1422400"/>
                  </a:lnTo>
                  <a:lnTo>
                    <a:pt x="3725766" y="1473200"/>
                  </a:lnTo>
                  <a:lnTo>
                    <a:pt x="3735461" y="1524000"/>
                  </a:lnTo>
                  <a:lnTo>
                    <a:pt x="3744069" y="1562100"/>
                  </a:lnTo>
                  <a:lnTo>
                    <a:pt x="3751576" y="1612900"/>
                  </a:lnTo>
                  <a:lnTo>
                    <a:pt x="3757967" y="1651000"/>
                  </a:lnTo>
                  <a:lnTo>
                    <a:pt x="3763227" y="1701800"/>
                  </a:lnTo>
                  <a:lnTo>
                    <a:pt x="3767344" y="1752600"/>
                  </a:lnTo>
                  <a:lnTo>
                    <a:pt x="3770302" y="1790700"/>
                  </a:lnTo>
                  <a:lnTo>
                    <a:pt x="3772087" y="1841500"/>
                  </a:lnTo>
                  <a:lnTo>
                    <a:pt x="3772685" y="1892300"/>
                  </a:lnTo>
                  <a:lnTo>
                    <a:pt x="3772086" y="1943100"/>
                  </a:lnTo>
                  <a:lnTo>
                    <a:pt x="3770300" y="1981200"/>
                  </a:lnTo>
                  <a:lnTo>
                    <a:pt x="3767339" y="2032000"/>
                  </a:lnTo>
                  <a:lnTo>
                    <a:pt x="3763219" y="2082800"/>
                  </a:lnTo>
                  <a:lnTo>
                    <a:pt x="3757954" y="2133600"/>
                  </a:lnTo>
                  <a:lnTo>
                    <a:pt x="3751559" y="2171700"/>
                  </a:lnTo>
                  <a:lnTo>
                    <a:pt x="3744046" y="2222500"/>
                  </a:lnTo>
                  <a:lnTo>
                    <a:pt x="3735431" y="2260600"/>
                  </a:lnTo>
                  <a:lnTo>
                    <a:pt x="3725728" y="2311400"/>
                  </a:lnTo>
                  <a:lnTo>
                    <a:pt x="3714952" y="2362200"/>
                  </a:lnTo>
                  <a:lnTo>
                    <a:pt x="3703115" y="2400300"/>
                  </a:lnTo>
                  <a:lnTo>
                    <a:pt x="3690234" y="2438400"/>
                  </a:lnTo>
                  <a:lnTo>
                    <a:pt x="3676322" y="2489200"/>
                  </a:lnTo>
                  <a:lnTo>
                    <a:pt x="3661393" y="2527300"/>
                  </a:lnTo>
                  <a:lnTo>
                    <a:pt x="3645461" y="2578100"/>
                  </a:lnTo>
                  <a:lnTo>
                    <a:pt x="3628542" y="2616200"/>
                  </a:lnTo>
                  <a:lnTo>
                    <a:pt x="3610649" y="2654300"/>
                  </a:lnTo>
                  <a:lnTo>
                    <a:pt x="3591796" y="2692400"/>
                  </a:lnTo>
                  <a:lnTo>
                    <a:pt x="3571997" y="2743200"/>
                  </a:lnTo>
                  <a:lnTo>
                    <a:pt x="3551268" y="2781300"/>
                  </a:lnTo>
                  <a:lnTo>
                    <a:pt x="3529622" y="2819400"/>
                  </a:lnTo>
                  <a:lnTo>
                    <a:pt x="3507074" y="2857500"/>
                  </a:lnTo>
                  <a:lnTo>
                    <a:pt x="3483637" y="2895600"/>
                  </a:lnTo>
                  <a:lnTo>
                    <a:pt x="3459327" y="2933700"/>
                  </a:lnTo>
                  <a:lnTo>
                    <a:pt x="3434157" y="2971800"/>
                  </a:lnTo>
                  <a:lnTo>
                    <a:pt x="3408141" y="3009900"/>
                  </a:lnTo>
                  <a:lnTo>
                    <a:pt x="3381295" y="3035300"/>
                  </a:lnTo>
                  <a:lnTo>
                    <a:pt x="3353631" y="3073400"/>
                  </a:lnTo>
                  <a:lnTo>
                    <a:pt x="3325165" y="3111500"/>
                  </a:lnTo>
                  <a:lnTo>
                    <a:pt x="3295911" y="3149600"/>
                  </a:lnTo>
                  <a:lnTo>
                    <a:pt x="3265883" y="3175000"/>
                  </a:lnTo>
                  <a:lnTo>
                    <a:pt x="3235095" y="3213100"/>
                  </a:lnTo>
                  <a:lnTo>
                    <a:pt x="3203562" y="3238500"/>
                  </a:lnTo>
                  <a:lnTo>
                    <a:pt x="3171298" y="3276600"/>
                  </a:lnTo>
                  <a:lnTo>
                    <a:pt x="3138316" y="3302000"/>
                  </a:lnTo>
                  <a:lnTo>
                    <a:pt x="3104632" y="3327400"/>
                  </a:lnTo>
                  <a:lnTo>
                    <a:pt x="3070260" y="3365500"/>
                  </a:lnTo>
                  <a:lnTo>
                    <a:pt x="3035214" y="3390900"/>
                  </a:lnTo>
                  <a:lnTo>
                    <a:pt x="2999508" y="3416300"/>
                  </a:lnTo>
                  <a:lnTo>
                    <a:pt x="2963157" y="3441700"/>
                  </a:lnTo>
                  <a:lnTo>
                    <a:pt x="2926174" y="3467100"/>
                  </a:lnTo>
                  <a:close/>
                </a:path>
                <a:path w="3773170" h="3771900">
                  <a:moveTo>
                    <a:pt x="2168822" y="3759200"/>
                  </a:moveTo>
                  <a:lnTo>
                    <a:pt x="1603690" y="3759200"/>
                  </a:lnTo>
                  <a:lnTo>
                    <a:pt x="1557765" y="3746500"/>
                  </a:lnTo>
                  <a:lnTo>
                    <a:pt x="2214726" y="3746500"/>
                  </a:lnTo>
                  <a:lnTo>
                    <a:pt x="2168822" y="3759200"/>
                  </a:lnTo>
                  <a:close/>
                </a:path>
                <a:path w="3773170" h="3771900">
                  <a:moveTo>
                    <a:pt x="2075950" y="3771900"/>
                  </a:moveTo>
                  <a:lnTo>
                    <a:pt x="1696612" y="3771900"/>
                  </a:lnTo>
                  <a:lnTo>
                    <a:pt x="1649977" y="3759200"/>
                  </a:lnTo>
                  <a:lnTo>
                    <a:pt x="2122559" y="3759200"/>
                  </a:lnTo>
                  <a:lnTo>
                    <a:pt x="2075950" y="3771900"/>
                  </a:lnTo>
                  <a:close/>
                </a:path>
              </a:pathLst>
            </a:custGeom>
            <a:solidFill>
              <a:srgbClr val="387D59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9" name="object 9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324159" y="6010178"/>
              <a:ext cx="2994003" cy="2994003"/>
            </a:xfrm>
            <a:prstGeom prst="rect">
              <a:avLst/>
            </a:prstGeom>
          </p:spPr>
        </p:pic>
        <p:sp>
          <p:nvSpPr>
            <p:cNvPr id="10" name="object 10" descr=""/>
            <p:cNvSpPr/>
            <p:nvPr/>
          </p:nvSpPr>
          <p:spPr>
            <a:xfrm>
              <a:off x="4934818" y="5621622"/>
              <a:ext cx="3773170" cy="3771900"/>
            </a:xfrm>
            <a:custGeom>
              <a:avLst/>
              <a:gdLst/>
              <a:ahLst/>
              <a:cxnLst/>
              <a:rect l="l" t="t" r="r" b="b"/>
              <a:pathLst>
                <a:path w="3773170" h="3771900">
                  <a:moveTo>
                    <a:pt x="1981817" y="12700"/>
                  </a:moveTo>
                  <a:lnTo>
                    <a:pt x="1790868" y="12700"/>
                  </a:lnTo>
                  <a:lnTo>
                    <a:pt x="1838460" y="0"/>
                  </a:lnTo>
                  <a:lnTo>
                    <a:pt x="1934225" y="0"/>
                  </a:lnTo>
                  <a:lnTo>
                    <a:pt x="1981817" y="12700"/>
                  </a:lnTo>
                  <a:close/>
                </a:path>
                <a:path w="3773170" h="3771900">
                  <a:moveTo>
                    <a:pt x="2122707" y="25400"/>
                  </a:moveTo>
                  <a:lnTo>
                    <a:pt x="1649978" y="25400"/>
                  </a:lnTo>
                  <a:lnTo>
                    <a:pt x="1696612" y="12700"/>
                  </a:lnTo>
                  <a:lnTo>
                    <a:pt x="2076073" y="12700"/>
                  </a:lnTo>
                  <a:lnTo>
                    <a:pt x="2122707" y="25400"/>
                  </a:lnTo>
                  <a:close/>
                </a:path>
                <a:path w="3773170" h="3771900">
                  <a:moveTo>
                    <a:pt x="2214920" y="38100"/>
                  </a:moveTo>
                  <a:lnTo>
                    <a:pt x="1557765" y="38100"/>
                  </a:lnTo>
                  <a:lnTo>
                    <a:pt x="1603691" y="25400"/>
                  </a:lnTo>
                  <a:lnTo>
                    <a:pt x="2168995" y="25400"/>
                  </a:lnTo>
                  <a:lnTo>
                    <a:pt x="2214920" y="38100"/>
                  </a:lnTo>
                  <a:close/>
                </a:path>
                <a:path w="3773170" h="3771900">
                  <a:moveTo>
                    <a:pt x="2260255" y="3746500"/>
                  </a:moveTo>
                  <a:lnTo>
                    <a:pt x="1512216" y="3746500"/>
                  </a:lnTo>
                  <a:lnTo>
                    <a:pt x="1247614" y="3670300"/>
                  </a:lnTo>
                  <a:lnTo>
                    <a:pt x="1205095" y="3644900"/>
                  </a:lnTo>
                  <a:lnTo>
                    <a:pt x="1121542" y="3619500"/>
                  </a:lnTo>
                  <a:lnTo>
                    <a:pt x="1080536" y="3594100"/>
                  </a:lnTo>
                  <a:lnTo>
                    <a:pt x="1040062" y="3581400"/>
                  </a:lnTo>
                  <a:lnTo>
                    <a:pt x="960769" y="3530600"/>
                  </a:lnTo>
                  <a:lnTo>
                    <a:pt x="921978" y="3517900"/>
                  </a:lnTo>
                  <a:lnTo>
                    <a:pt x="883776" y="3492500"/>
                  </a:lnTo>
                  <a:lnTo>
                    <a:pt x="846179" y="3467100"/>
                  </a:lnTo>
                  <a:lnTo>
                    <a:pt x="809199" y="3441700"/>
                  </a:lnTo>
                  <a:lnTo>
                    <a:pt x="772851" y="3416300"/>
                  </a:lnTo>
                  <a:lnTo>
                    <a:pt x="737150" y="3390900"/>
                  </a:lnTo>
                  <a:lnTo>
                    <a:pt x="702109" y="3365500"/>
                  </a:lnTo>
                  <a:lnTo>
                    <a:pt x="667743" y="3327400"/>
                  </a:lnTo>
                  <a:lnTo>
                    <a:pt x="634066" y="3302000"/>
                  </a:lnTo>
                  <a:lnTo>
                    <a:pt x="601092" y="3276600"/>
                  </a:lnTo>
                  <a:lnTo>
                    <a:pt x="568836" y="3238500"/>
                  </a:lnTo>
                  <a:lnTo>
                    <a:pt x="537311" y="3213100"/>
                  </a:lnTo>
                  <a:lnTo>
                    <a:pt x="506533" y="3175000"/>
                  </a:lnTo>
                  <a:lnTo>
                    <a:pt x="476514" y="3149600"/>
                  </a:lnTo>
                  <a:lnTo>
                    <a:pt x="447270" y="3111500"/>
                  </a:lnTo>
                  <a:lnTo>
                    <a:pt x="418815" y="3073400"/>
                  </a:lnTo>
                  <a:lnTo>
                    <a:pt x="391162" y="3035300"/>
                  </a:lnTo>
                  <a:lnTo>
                    <a:pt x="364326" y="3009900"/>
                  </a:lnTo>
                  <a:lnTo>
                    <a:pt x="338322" y="2971800"/>
                  </a:lnTo>
                  <a:lnTo>
                    <a:pt x="313163" y="2933700"/>
                  </a:lnTo>
                  <a:lnTo>
                    <a:pt x="288864" y="2895600"/>
                  </a:lnTo>
                  <a:lnTo>
                    <a:pt x="265439" y="2857500"/>
                  </a:lnTo>
                  <a:lnTo>
                    <a:pt x="242903" y="2819400"/>
                  </a:lnTo>
                  <a:lnTo>
                    <a:pt x="221268" y="2781300"/>
                  </a:lnTo>
                  <a:lnTo>
                    <a:pt x="200551" y="2743200"/>
                  </a:lnTo>
                  <a:lnTo>
                    <a:pt x="180764" y="2692400"/>
                  </a:lnTo>
                  <a:lnTo>
                    <a:pt x="161922" y="2654300"/>
                  </a:lnTo>
                  <a:lnTo>
                    <a:pt x="144040" y="2616200"/>
                  </a:lnTo>
                  <a:lnTo>
                    <a:pt x="127131" y="2578100"/>
                  </a:lnTo>
                  <a:lnTo>
                    <a:pt x="111210" y="2527300"/>
                  </a:lnTo>
                  <a:lnTo>
                    <a:pt x="96291" y="2489200"/>
                  </a:lnTo>
                  <a:lnTo>
                    <a:pt x="82388" y="2438400"/>
                  </a:lnTo>
                  <a:lnTo>
                    <a:pt x="69516" y="2400300"/>
                  </a:lnTo>
                  <a:lnTo>
                    <a:pt x="57688" y="2349500"/>
                  </a:lnTo>
                  <a:lnTo>
                    <a:pt x="46919" y="2311400"/>
                  </a:lnTo>
                  <a:lnTo>
                    <a:pt x="37224" y="2260600"/>
                  </a:lnTo>
                  <a:lnTo>
                    <a:pt x="28615" y="2222500"/>
                  </a:lnTo>
                  <a:lnTo>
                    <a:pt x="21109" y="2171700"/>
                  </a:lnTo>
                  <a:lnTo>
                    <a:pt x="14718" y="2133600"/>
                  </a:lnTo>
                  <a:lnTo>
                    <a:pt x="9457" y="2082800"/>
                  </a:lnTo>
                  <a:lnTo>
                    <a:pt x="5341" y="2032000"/>
                  </a:lnTo>
                  <a:lnTo>
                    <a:pt x="2383" y="1981200"/>
                  </a:lnTo>
                  <a:lnTo>
                    <a:pt x="598" y="1943100"/>
                  </a:lnTo>
                  <a:lnTo>
                    <a:pt x="0" y="1892300"/>
                  </a:lnTo>
                  <a:lnTo>
                    <a:pt x="598" y="1841500"/>
                  </a:lnTo>
                  <a:lnTo>
                    <a:pt x="2383" y="1790700"/>
                  </a:lnTo>
                  <a:lnTo>
                    <a:pt x="5341" y="1752600"/>
                  </a:lnTo>
                  <a:lnTo>
                    <a:pt x="9457" y="1701800"/>
                  </a:lnTo>
                  <a:lnTo>
                    <a:pt x="14718" y="1651000"/>
                  </a:lnTo>
                  <a:lnTo>
                    <a:pt x="21109" y="1612900"/>
                  </a:lnTo>
                  <a:lnTo>
                    <a:pt x="28615" y="1562100"/>
                  </a:lnTo>
                  <a:lnTo>
                    <a:pt x="37224" y="1524000"/>
                  </a:lnTo>
                  <a:lnTo>
                    <a:pt x="46919" y="1473200"/>
                  </a:lnTo>
                  <a:lnTo>
                    <a:pt x="57688" y="1422400"/>
                  </a:lnTo>
                  <a:lnTo>
                    <a:pt x="69516" y="1384300"/>
                  </a:lnTo>
                  <a:lnTo>
                    <a:pt x="82388" y="1346200"/>
                  </a:lnTo>
                  <a:lnTo>
                    <a:pt x="96291" y="1295400"/>
                  </a:lnTo>
                  <a:lnTo>
                    <a:pt x="111210" y="1257300"/>
                  </a:lnTo>
                  <a:lnTo>
                    <a:pt x="127131" y="1206500"/>
                  </a:lnTo>
                  <a:lnTo>
                    <a:pt x="144040" y="1168400"/>
                  </a:lnTo>
                  <a:lnTo>
                    <a:pt x="161922" y="1130300"/>
                  </a:lnTo>
                  <a:lnTo>
                    <a:pt x="180764" y="1092200"/>
                  </a:lnTo>
                  <a:lnTo>
                    <a:pt x="200551" y="1041400"/>
                  </a:lnTo>
                  <a:lnTo>
                    <a:pt x="221268" y="1003300"/>
                  </a:lnTo>
                  <a:lnTo>
                    <a:pt x="242903" y="965200"/>
                  </a:lnTo>
                  <a:lnTo>
                    <a:pt x="265439" y="927100"/>
                  </a:lnTo>
                  <a:lnTo>
                    <a:pt x="288864" y="889000"/>
                  </a:lnTo>
                  <a:lnTo>
                    <a:pt x="313163" y="850900"/>
                  </a:lnTo>
                  <a:lnTo>
                    <a:pt x="338322" y="812800"/>
                  </a:lnTo>
                  <a:lnTo>
                    <a:pt x="364326" y="774700"/>
                  </a:lnTo>
                  <a:lnTo>
                    <a:pt x="391162" y="749300"/>
                  </a:lnTo>
                  <a:lnTo>
                    <a:pt x="418815" y="711200"/>
                  </a:lnTo>
                  <a:lnTo>
                    <a:pt x="447270" y="673100"/>
                  </a:lnTo>
                  <a:lnTo>
                    <a:pt x="476514" y="635000"/>
                  </a:lnTo>
                  <a:lnTo>
                    <a:pt x="506533" y="609600"/>
                  </a:lnTo>
                  <a:lnTo>
                    <a:pt x="537311" y="571500"/>
                  </a:lnTo>
                  <a:lnTo>
                    <a:pt x="568836" y="546100"/>
                  </a:lnTo>
                  <a:lnTo>
                    <a:pt x="601092" y="508000"/>
                  </a:lnTo>
                  <a:lnTo>
                    <a:pt x="634066" y="482600"/>
                  </a:lnTo>
                  <a:lnTo>
                    <a:pt x="667743" y="457200"/>
                  </a:lnTo>
                  <a:lnTo>
                    <a:pt x="702109" y="419100"/>
                  </a:lnTo>
                  <a:lnTo>
                    <a:pt x="737150" y="393700"/>
                  </a:lnTo>
                  <a:lnTo>
                    <a:pt x="772851" y="368300"/>
                  </a:lnTo>
                  <a:lnTo>
                    <a:pt x="809199" y="342900"/>
                  </a:lnTo>
                  <a:lnTo>
                    <a:pt x="846179" y="317500"/>
                  </a:lnTo>
                  <a:lnTo>
                    <a:pt x="883776" y="292100"/>
                  </a:lnTo>
                  <a:lnTo>
                    <a:pt x="921978" y="266700"/>
                  </a:lnTo>
                  <a:lnTo>
                    <a:pt x="960769" y="254000"/>
                  </a:lnTo>
                  <a:lnTo>
                    <a:pt x="1040062" y="203200"/>
                  </a:lnTo>
                  <a:lnTo>
                    <a:pt x="1080536" y="190500"/>
                  </a:lnTo>
                  <a:lnTo>
                    <a:pt x="1121542" y="165100"/>
                  </a:lnTo>
                  <a:lnTo>
                    <a:pt x="1163067" y="152400"/>
                  </a:lnTo>
                  <a:lnTo>
                    <a:pt x="1205095" y="127000"/>
                  </a:lnTo>
                  <a:lnTo>
                    <a:pt x="1512216" y="38100"/>
                  </a:lnTo>
                  <a:lnTo>
                    <a:pt x="2260469" y="38100"/>
                  </a:lnTo>
                  <a:lnTo>
                    <a:pt x="2567590" y="127000"/>
                  </a:lnTo>
                  <a:lnTo>
                    <a:pt x="2609618" y="152400"/>
                  </a:lnTo>
                  <a:lnTo>
                    <a:pt x="2651143" y="165100"/>
                  </a:lnTo>
                  <a:lnTo>
                    <a:pt x="2692149" y="190500"/>
                  </a:lnTo>
                  <a:lnTo>
                    <a:pt x="2732623" y="203200"/>
                  </a:lnTo>
                  <a:lnTo>
                    <a:pt x="2811916" y="254000"/>
                  </a:lnTo>
                  <a:lnTo>
                    <a:pt x="2850707" y="266700"/>
                  </a:lnTo>
                  <a:lnTo>
                    <a:pt x="2888909" y="292100"/>
                  </a:lnTo>
                  <a:lnTo>
                    <a:pt x="2926506" y="317500"/>
                  </a:lnTo>
                  <a:lnTo>
                    <a:pt x="1742816" y="317500"/>
                  </a:lnTo>
                  <a:lnTo>
                    <a:pt x="1695738" y="330200"/>
                  </a:lnTo>
                  <a:lnTo>
                    <a:pt x="1649078" y="330200"/>
                  </a:lnTo>
                  <a:lnTo>
                    <a:pt x="1602855" y="342900"/>
                  </a:lnTo>
                  <a:lnTo>
                    <a:pt x="1557091" y="342900"/>
                  </a:lnTo>
                  <a:lnTo>
                    <a:pt x="1335880" y="406400"/>
                  </a:lnTo>
                  <a:lnTo>
                    <a:pt x="1293306" y="431800"/>
                  </a:lnTo>
                  <a:lnTo>
                    <a:pt x="1251335" y="444500"/>
                  </a:lnTo>
                  <a:lnTo>
                    <a:pt x="1209990" y="469900"/>
                  </a:lnTo>
                  <a:lnTo>
                    <a:pt x="1169291" y="482600"/>
                  </a:lnTo>
                  <a:lnTo>
                    <a:pt x="1129259" y="508000"/>
                  </a:lnTo>
                  <a:lnTo>
                    <a:pt x="1089914" y="533400"/>
                  </a:lnTo>
                  <a:lnTo>
                    <a:pt x="1051278" y="546100"/>
                  </a:lnTo>
                  <a:lnTo>
                    <a:pt x="1013372" y="571500"/>
                  </a:lnTo>
                  <a:lnTo>
                    <a:pt x="976215" y="596900"/>
                  </a:lnTo>
                  <a:lnTo>
                    <a:pt x="939829" y="622300"/>
                  </a:lnTo>
                  <a:lnTo>
                    <a:pt x="904235" y="660400"/>
                  </a:lnTo>
                  <a:lnTo>
                    <a:pt x="869454" y="685800"/>
                  </a:lnTo>
                  <a:lnTo>
                    <a:pt x="835506" y="711200"/>
                  </a:lnTo>
                  <a:lnTo>
                    <a:pt x="802412" y="749300"/>
                  </a:lnTo>
                  <a:lnTo>
                    <a:pt x="770193" y="774700"/>
                  </a:lnTo>
                  <a:lnTo>
                    <a:pt x="738870" y="812800"/>
                  </a:lnTo>
                  <a:lnTo>
                    <a:pt x="708464" y="838200"/>
                  </a:lnTo>
                  <a:lnTo>
                    <a:pt x="678995" y="876300"/>
                  </a:lnTo>
                  <a:lnTo>
                    <a:pt x="650484" y="914400"/>
                  </a:lnTo>
                  <a:lnTo>
                    <a:pt x="622953" y="939800"/>
                  </a:lnTo>
                  <a:lnTo>
                    <a:pt x="596421" y="977900"/>
                  </a:lnTo>
                  <a:lnTo>
                    <a:pt x="570910" y="1016000"/>
                  </a:lnTo>
                  <a:lnTo>
                    <a:pt x="546441" y="1054100"/>
                  </a:lnTo>
                  <a:lnTo>
                    <a:pt x="523033" y="1092200"/>
                  </a:lnTo>
                  <a:lnTo>
                    <a:pt x="500709" y="1130300"/>
                  </a:lnTo>
                  <a:lnTo>
                    <a:pt x="479490" y="1181100"/>
                  </a:lnTo>
                  <a:lnTo>
                    <a:pt x="459394" y="1219200"/>
                  </a:lnTo>
                  <a:lnTo>
                    <a:pt x="440445" y="1257300"/>
                  </a:lnTo>
                  <a:lnTo>
                    <a:pt x="422662" y="1295400"/>
                  </a:lnTo>
                  <a:lnTo>
                    <a:pt x="406066" y="1346200"/>
                  </a:lnTo>
                  <a:lnTo>
                    <a:pt x="390678" y="1384300"/>
                  </a:lnTo>
                  <a:lnTo>
                    <a:pt x="376519" y="1422400"/>
                  </a:lnTo>
                  <a:lnTo>
                    <a:pt x="363610" y="1473200"/>
                  </a:lnTo>
                  <a:lnTo>
                    <a:pt x="351971" y="1511300"/>
                  </a:lnTo>
                  <a:lnTo>
                    <a:pt x="341623" y="1562100"/>
                  </a:lnTo>
                  <a:lnTo>
                    <a:pt x="332588" y="1612900"/>
                  </a:lnTo>
                  <a:lnTo>
                    <a:pt x="324885" y="1651000"/>
                  </a:lnTo>
                  <a:lnTo>
                    <a:pt x="318537" y="1701800"/>
                  </a:lnTo>
                  <a:lnTo>
                    <a:pt x="313563" y="1752600"/>
                  </a:lnTo>
                  <a:lnTo>
                    <a:pt x="309984" y="1790700"/>
                  </a:lnTo>
                  <a:lnTo>
                    <a:pt x="307822" y="1841500"/>
                  </a:lnTo>
                  <a:lnTo>
                    <a:pt x="307096" y="1892300"/>
                  </a:lnTo>
                  <a:lnTo>
                    <a:pt x="307822" y="1943100"/>
                  </a:lnTo>
                  <a:lnTo>
                    <a:pt x="309984" y="1993900"/>
                  </a:lnTo>
                  <a:lnTo>
                    <a:pt x="313563" y="2032000"/>
                  </a:lnTo>
                  <a:lnTo>
                    <a:pt x="318537" y="2082800"/>
                  </a:lnTo>
                  <a:lnTo>
                    <a:pt x="324885" y="2133600"/>
                  </a:lnTo>
                  <a:lnTo>
                    <a:pt x="332588" y="2171700"/>
                  </a:lnTo>
                  <a:lnTo>
                    <a:pt x="341623" y="2222500"/>
                  </a:lnTo>
                  <a:lnTo>
                    <a:pt x="351971" y="2260600"/>
                  </a:lnTo>
                  <a:lnTo>
                    <a:pt x="363610" y="2311400"/>
                  </a:lnTo>
                  <a:lnTo>
                    <a:pt x="376519" y="2349500"/>
                  </a:lnTo>
                  <a:lnTo>
                    <a:pt x="390678" y="2400300"/>
                  </a:lnTo>
                  <a:lnTo>
                    <a:pt x="406066" y="2438400"/>
                  </a:lnTo>
                  <a:lnTo>
                    <a:pt x="422662" y="2489200"/>
                  </a:lnTo>
                  <a:lnTo>
                    <a:pt x="440445" y="2527300"/>
                  </a:lnTo>
                  <a:lnTo>
                    <a:pt x="459394" y="2565400"/>
                  </a:lnTo>
                  <a:lnTo>
                    <a:pt x="479490" y="2603500"/>
                  </a:lnTo>
                  <a:lnTo>
                    <a:pt x="500709" y="2654300"/>
                  </a:lnTo>
                  <a:lnTo>
                    <a:pt x="523033" y="2692400"/>
                  </a:lnTo>
                  <a:lnTo>
                    <a:pt x="546441" y="2730500"/>
                  </a:lnTo>
                  <a:lnTo>
                    <a:pt x="570910" y="2768600"/>
                  </a:lnTo>
                  <a:lnTo>
                    <a:pt x="596421" y="2806700"/>
                  </a:lnTo>
                  <a:lnTo>
                    <a:pt x="622953" y="2832100"/>
                  </a:lnTo>
                  <a:lnTo>
                    <a:pt x="650484" y="2870200"/>
                  </a:lnTo>
                  <a:lnTo>
                    <a:pt x="678995" y="2908300"/>
                  </a:lnTo>
                  <a:lnTo>
                    <a:pt x="708464" y="2946400"/>
                  </a:lnTo>
                  <a:lnTo>
                    <a:pt x="738870" y="2971800"/>
                  </a:lnTo>
                  <a:lnTo>
                    <a:pt x="770193" y="3009900"/>
                  </a:lnTo>
                  <a:lnTo>
                    <a:pt x="802412" y="3035300"/>
                  </a:lnTo>
                  <a:lnTo>
                    <a:pt x="835506" y="3073400"/>
                  </a:lnTo>
                  <a:lnTo>
                    <a:pt x="869454" y="3098800"/>
                  </a:lnTo>
                  <a:lnTo>
                    <a:pt x="904235" y="3124200"/>
                  </a:lnTo>
                  <a:lnTo>
                    <a:pt x="939829" y="3149600"/>
                  </a:lnTo>
                  <a:lnTo>
                    <a:pt x="976215" y="3187700"/>
                  </a:lnTo>
                  <a:lnTo>
                    <a:pt x="1013372" y="3213100"/>
                  </a:lnTo>
                  <a:lnTo>
                    <a:pt x="1051278" y="3225800"/>
                  </a:lnTo>
                  <a:lnTo>
                    <a:pt x="1089914" y="3251200"/>
                  </a:lnTo>
                  <a:lnTo>
                    <a:pt x="1129259" y="3276600"/>
                  </a:lnTo>
                  <a:lnTo>
                    <a:pt x="1169291" y="3302000"/>
                  </a:lnTo>
                  <a:lnTo>
                    <a:pt x="1209990" y="3314700"/>
                  </a:lnTo>
                  <a:lnTo>
                    <a:pt x="1251335" y="3340100"/>
                  </a:lnTo>
                  <a:lnTo>
                    <a:pt x="1293306" y="3352800"/>
                  </a:lnTo>
                  <a:lnTo>
                    <a:pt x="1335880" y="3378200"/>
                  </a:lnTo>
                  <a:lnTo>
                    <a:pt x="1557091" y="3441700"/>
                  </a:lnTo>
                  <a:lnTo>
                    <a:pt x="1602855" y="3441700"/>
                  </a:lnTo>
                  <a:lnTo>
                    <a:pt x="1649078" y="3454400"/>
                  </a:lnTo>
                  <a:lnTo>
                    <a:pt x="1695738" y="3454400"/>
                  </a:lnTo>
                  <a:lnTo>
                    <a:pt x="1742816" y="3467100"/>
                  </a:lnTo>
                  <a:lnTo>
                    <a:pt x="2926174" y="3467100"/>
                  </a:lnTo>
                  <a:lnTo>
                    <a:pt x="2888574" y="3492500"/>
                  </a:lnTo>
                  <a:lnTo>
                    <a:pt x="2850372" y="3517900"/>
                  </a:lnTo>
                  <a:lnTo>
                    <a:pt x="2811581" y="3530600"/>
                  </a:lnTo>
                  <a:lnTo>
                    <a:pt x="2732292" y="3581400"/>
                  </a:lnTo>
                  <a:lnTo>
                    <a:pt x="2691822" y="3594100"/>
                  </a:lnTo>
                  <a:lnTo>
                    <a:pt x="2650820" y="3619500"/>
                  </a:lnTo>
                  <a:lnTo>
                    <a:pt x="2567280" y="3644900"/>
                  </a:lnTo>
                  <a:lnTo>
                    <a:pt x="2524771" y="3670300"/>
                  </a:lnTo>
                  <a:lnTo>
                    <a:pt x="2260255" y="3746500"/>
                  </a:lnTo>
                  <a:close/>
                </a:path>
                <a:path w="3773170" h="3771900">
                  <a:moveTo>
                    <a:pt x="2926174" y="3467100"/>
                  </a:moveTo>
                  <a:lnTo>
                    <a:pt x="2029870" y="3467100"/>
                  </a:lnTo>
                  <a:lnTo>
                    <a:pt x="2076947" y="3454400"/>
                  </a:lnTo>
                  <a:lnTo>
                    <a:pt x="2123608" y="3454400"/>
                  </a:lnTo>
                  <a:lnTo>
                    <a:pt x="2169830" y="3441700"/>
                  </a:lnTo>
                  <a:lnTo>
                    <a:pt x="2215594" y="3441700"/>
                  </a:lnTo>
                  <a:lnTo>
                    <a:pt x="2436805" y="3378200"/>
                  </a:lnTo>
                  <a:lnTo>
                    <a:pt x="2479380" y="3352800"/>
                  </a:lnTo>
                  <a:lnTo>
                    <a:pt x="2521350" y="3340100"/>
                  </a:lnTo>
                  <a:lnTo>
                    <a:pt x="2562695" y="3314700"/>
                  </a:lnTo>
                  <a:lnTo>
                    <a:pt x="2603394" y="3302000"/>
                  </a:lnTo>
                  <a:lnTo>
                    <a:pt x="2643426" y="3276600"/>
                  </a:lnTo>
                  <a:lnTo>
                    <a:pt x="2682771" y="3251200"/>
                  </a:lnTo>
                  <a:lnTo>
                    <a:pt x="2721407" y="3225800"/>
                  </a:lnTo>
                  <a:lnTo>
                    <a:pt x="2759313" y="3213100"/>
                  </a:lnTo>
                  <a:lnTo>
                    <a:pt x="2796470" y="3187700"/>
                  </a:lnTo>
                  <a:lnTo>
                    <a:pt x="2832856" y="3149600"/>
                  </a:lnTo>
                  <a:lnTo>
                    <a:pt x="2868450" y="3124200"/>
                  </a:lnTo>
                  <a:lnTo>
                    <a:pt x="2903231" y="3098800"/>
                  </a:lnTo>
                  <a:lnTo>
                    <a:pt x="2937179" y="3073400"/>
                  </a:lnTo>
                  <a:lnTo>
                    <a:pt x="2970273" y="3035300"/>
                  </a:lnTo>
                  <a:lnTo>
                    <a:pt x="3002492" y="3009900"/>
                  </a:lnTo>
                  <a:lnTo>
                    <a:pt x="3033815" y="2971800"/>
                  </a:lnTo>
                  <a:lnTo>
                    <a:pt x="3064221" y="2946400"/>
                  </a:lnTo>
                  <a:lnTo>
                    <a:pt x="3093690" y="2908300"/>
                  </a:lnTo>
                  <a:lnTo>
                    <a:pt x="3122201" y="2870200"/>
                  </a:lnTo>
                  <a:lnTo>
                    <a:pt x="3149732" y="2832100"/>
                  </a:lnTo>
                  <a:lnTo>
                    <a:pt x="3176264" y="2806700"/>
                  </a:lnTo>
                  <a:lnTo>
                    <a:pt x="3201775" y="2768600"/>
                  </a:lnTo>
                  <a:lnTo>
                    <a:pt x="3226245" y="2730500"/>
                  </a:lnTo>
                  <a:lnTo>
                    <a:pt x="3249652" y="2692400"/>
                  </a:lnTo>
                  <a:lnTo>
                    <a:pt x="3271976" y="2654300"/>
                  </a:lnTo>
                  <a:lnTo>
                    <a:pt x="3293196" y="2603500"/>
                  </a:lnTo>
                  <a:lnTo>
                    <a:pt x="3313291" y="2565400"/>
                  </a:lnTo>
                  <a:lnTo>
                    <a:pt x="3332240" y="2527300"/>
                  </a:lnTo>
                  <a:lnTo>
                    <a:pt x="3350024" y="2489200"/>
                  </a:lnTo>
                  <a:lnTo>
                    <a:pt x="3366619" y="2438400"/>
                  </a:lnTo>
                  <a:lnTo>
                    <a:pt x="3382007" y="2400300"/>
                  </a:lnTo>
                  <a:lnTo>
                    <a:pt x="3396166" y="2349500"/>
                  </a:lnTo>
                  <a:lnTo>
                    <a:pt x="3409076" y="2311400"/>
                  </a:lnTo>
                  <a:lnTo>
                    <a:pt x="3420714" y="2260600"/>
                  </a:lnTo>
                  <a:lnTo>
                    <a:pt x="3431062" y="2222500"/>
                  </a:lnTo>
                  <a:lnTo>
                    <a:pt x="3440097" y="2171700"/>
                  </a:lnTo>
                  <a:lnTo>
                    <a:pt x="3447800" y="2133600"/>
                  </a:lnTo>
                  <a:lnTo>
                    <a:pt x="3454148" y="2082800"/>
                  </a:lnTo>
                  <a:lnTo>
                    <a:pt x="3459123" y="2032000"/>
                  </a:lnTo>
                  <a:lnTo>
                    <a:pt x="3462701" y="1993900"/>
                  </a:lnTo>
                  <a:lnTo>
                    <a:pt x="3464864" y="1943100"/>
                  </a:lnTo>
                  <a:lnTo>
                    <a:pt x="3465589" y="1892300"/>
                  </a:lnTo>
                  <a:lnTo>
                    <a:pt x="3464864" y="1841500"/>
                  </a:lnTo>
                  <a:lnTo>
                    <a:pt x="3462701" y="1790700"/>
                  </a:lnTo>
                  <a:lnTo>
                    <a:pt x="3459123" y="1752600"/>
                  </a:lnTo>
                  <a:lnTo>
                    <a:pt x="3454148" y="1701800"/>
                  </a:lnTo>
                  <a:lnTo>
                    <a:pt x="3447800" y="1651000"/>
                  </a:lnTo>
                  <a:lnTo>
                    <a:pt x="3440097" y="1612900"/>
                  </a:lnTo>
                  <a:lnTo>
                    <a:pt x="3431062" y="1562100"/>
                  </a:lnTo>
                  <a:lnTo>
                    <a:pt x="3420714" y="1511300"/>
                  </a:lnTo>
                  <a:lnTo>
                    <a:pt x="3409076" y="1473200"/>
                  </a:lnTo>
                  <a:lnTo>
                    <a:pt x="3396166" y="1422400"/>
                  </a:lnTo>
                  <a:lnTo>
                    <a:pt x="3382007" y="1384300"/>
                  </a:lnTo>
                  <a:lnTo>
                    <a:pt x="3366619" y="1346200"/>
                  </a:lnTo>
                  <a:lnTo>
                    <a:pt x="3350024" y="1295400"/>
                  </a:lnTo>
                  <a:lnTo>
                    <a:pt x="3332240" y="1257300"/>
                  </a:lnTo>
                  <a:lnTo>
                    <a:pt x="3313291" y="1219200"/>
                  </a:lnTo>
                  <a:lnTo>
                    <a:pt x="3293196" y="1181100"/>
                  </a:lnTo>
                  <a:lnTo>
                    <a:pt x="3271976" y="1130300"/>
                  </a:lnTo>
                  <a:lnTo>
                    <a:pt x="3249652" y="1092200"/>
                  </a:lnTo>
                  <a:lnTo>
                    <a:pt x="3226245" y="1054100"/>
                  </a:lnTo>
                  <a:lnTo>
                    <a:pt x="3201775" y="1016000"/>
                  </a:lnTo>
                  <a:lnTo>
                    <a:pt x="3176264" y="977900"/>
                  </a:lnTo>
                  <a:lnTo>
                    <a:pt x="3149732" y="939800"/>
                  </a:lnTo>
                  <a:lnTo>
                    <a:pt x="3122201" y="914400"/>
                  </a:lnTo>
                  <a:lnTo>
                    <a:pt x="3093690" y="876300"/>
                  </a:lnTo>
                  <a:lnTo>
                    <a:pt x="3064221" y="838200"/>
                  </a:lnTo>
                  <a:lnTo>
                    <a:pt x="3033815" y="812800"/>
                  </a:lnTo>
                  <a:lnTo>
                    <a:pt x="3002492" y="774700"/>
                  </a:lnTo>
                  <a:lnTo>
                    <a:pt x="2970273" y="749300"/>
                  </a:lnTo>
                  <a:lnTo>
                    <a:pt x="2937179" y="711200"/>
                  </a:lnTo>
                  <a:lnTo>
                    <a:pt x="2903231" y="685800"/>
                  </a:lnTo>
                  <a:lnTo>
                    <a:pt x="2868450" y="660400"/>
                  </a:lnTo>
                  <a:lnTo>
                    <a:pt x="2832856" y="622300"/>
                  </a:lnTo>
                  <a:lnTo>
                    <a:pt x="2796470" y="596900"/>
                  </a:lnTo>
                  <a:lnTo>
                    <a:pt x="2759313" y="571500"/>
                  </a:lnTo>
                  <a:lnTo>
                    <a:pt x="2721407" y="546100"/>
                  </a:lnTo>
                  <a:lnTo>
                    <a:pt x="2682771" y="533400"/>
                  </a:lnTo>
                  <a:lnTo>
                    <a:pt x="2643426" y="508000"/>
                  </a:lnTo>
                  <a:lnTo>
                    <a:pt x="2603394" y="482600"/>
                  </a:lnTo>
                  <a:lnTo>
                    <a:pt x="2562695" y="469900"/>
                  </a:lnTo>
                  <a:lnTo>
                    <a:pt x="2521350" y="444500"/>
                  </a:lnTo>
                  <a:lnTo>
                    <a:pt x="2479380" y="431800"/>
                  </a:lnTo>
                  <a:lnTo>
                    <a:pt x="2436805" y="406400"/>
                  </a:lnTo>
                  <a:lnTo>
                    <a:pt x="2215594" y="342900"/>
                  </a:lnTo>
                  <a:lnTo>
                    <a:pt x="2169830" y="342900"/>
                  </a:lnTo>
                  <a:lnTo>
                    <a:pt x="2123608" y="330200"/>
                  </a:lnTo>
                  <a:lnTo>
                    <a:pt x="2076947" y="330200"/>
                  </a:lnTo>
                  <a:lnTo>
                    <a:pt x="2029870" y="317500"/>
                  </a:lnTo>
                  <a:lnTo>
                    <a:pt x="2926506" y="317500"/>
                  </a:lnTo>
                  <a:lnTo>
                    <a:pt x="2963486" y="342900"/>
                  </a:lnTo>
                  <a:lnTo>
                    <a:pt x="2999834" y="368300"/>
                  </a:lnTo>
                  <a:lnTo>
                    <a:pt x="3035535" y="393700"/>
                  </a:lnTo>
                  <a:lnTo>
                    <a:pt x="3070576" y="419100"/>
                  </a:lnTo>
                  <a:lnTo>
                    <a:pt x="3104942" y="457200"/>
                  </a:lnTo>
                  <a:lnTo>
                    <a:pt x="3138619" y="482600"/>
                  </a:lnTo>
                  <a:lnTo>
                    <a:pt x="3171593" y="508000"/>
                  </a:lnTo>
                  <a:lnTo>
                    <a:pt x="3203849" y="546100"/>
                  </a:lnTo>
                  <a:lnTo>
                    <a:pt x="3235374" y="571500"/>
                  </a:lnTo>
                  <a:lnTo>
                    <a:pt x="3266153" y="609600"/>
                  </a:lnTo>
                  <a:lnTo>
                    <a:pt x="3296171" y="635000"/>
                  </a:lnTo>
                  <a:lnTo>
                    <a:pt x="3325415" y="673100"/>
                  </a:lnTo>
                  <a:lnTo>
                    <a:pt x="3353870" y="711200"/>
                  </a:lnTo>
                  <a:lnTo>
                    <a:pt x="3381523" y="749300"/>
                  </a:lnTo>
                  <a:lnTo>
                    <a:pt x="3408359" y="774700"/>
                  </a:lnTo>
                  <a:lnTo>
                    <a:pt x="3434363" y="812800"/>
                  </a:lnTo>
                  <a:lnTo>
                    <a:pt x="3459522" y="850900"/>
                  </a:lnTo>
                  <a:lnTo>
                    <a:pt x="3483821" y="889000"/>
                  </a:lnTo>
                  <a:lnTo>
                    <a:pt x="3507246" y="927100"/>
                  </a:lnTo>
                  <a:lnTo>
                    <a:pt x="3529782" y="965200"/>
                  </a:lnTo>
                  <a:lnTo>
                    <a:pt x="3551417" y="1003300"/>
                  </a:lnTo>
                  <a:lnTo>
                    <a:pt x="3572135" y="1041400"/>
                  </a:lnTo>
                  <a:lnTo>
                    <a:pt x="3591921" y="1092200"/>
                  </a:lnTo>
                  <a:lnTo>
                    <a:pt x="3610763" y="1130300"/>
                  </a:lnTo>
                  <a:lnTo>
                    <a:pt x="3628646" y="1168400"/>
                  </a:lnTo>
                  <a:lnTo>
                    <a:pt x="3645554" y="1206500"/>
                  </a:lnTo>
                  <a:lnTo>
                    <a:pt x="3661475" y="1257300"/>
                  </a:lnTo>
                  <a:lnTo>
                    <a:pt x="3676394" y="1295400"/>
                  </a:lnTo>
                  <a:lnTo>
                    <a:pt x="3690297" y="1346200"/>
                  </a:lnTo>
                  <a:lnTo>
                    <a:pt x="3703170" y="1384300"/>
                  </a:lnTo>
                  <a:lnTo>
                    <a:pt x="3714997" y="1422400"/>
                  </a:lnTo>
                  <a:lnTo>
                    <a:pt x="3725766" y="1473200"/>
                  </a:lnTo>
                  <a:lnTo>
                    <a:pt x="3735461" y="1524000"/>
                  </a:lnTo>
                  <a:lnTo>
                    <a:pt x="3744070" y="1562100"/>
                  </a:lnTo>
                  <a:lnTo>
                    <a:pt x="3751576" y="1612900"/>
                  </a:lnTo>
                  <a:lnTo>
                    <a:pt x="3757967" y="1651000"/>
                  </a:lnTo>
                  <a:lnTo>
                    <a:pt x="3763228" y="1701800"/>
                  </a:lnTo>
                  <a:lnTo>
                    <a:pt x="3767344" y="1752600"/>
                  </a:lnTo>
                  <a:lnTo>
                    <a:pt x="3770302" y="1790700"/>
                  </a:lnTo>
                  <a:lnTo>
                    <a:pt x="3772087" y="1841500"/>
                  </a:lnTo>
                  <a:lnTo>
                    <a:pt x="3772685" y="1892300"/>
                  </a:lnTo>
                  <a:lnTo>
                    <a:pt x="3772087" y="1943100"/>
                  </a:lnTo>
                  <a:lnTo>
                    <a:pt x="3770300" y="1981200"/>
                  </a:lnTo>
                  <a:lnTo>
                    <a:pt x="3767340" y="2032000"/>
                  </a:lnTo>
                  <a:lnTo>
                    <a:pt x="3763220" y="2082800"/>
                  </a:lnTo>
                  <a:lnTo>
                    <a:pt x="3757955" y="2133600"/>
                  </a:lnTo>
                  <a:lnTo>
                    <a:pt x="3751559" y="2171700"/>
                  </a:lnTo>
                  <a:lnTo>
                    <a:pt x="3744046" y="2222500"/>
                  </a:lnTo>
                  <a:lnTo>
                    <a:pt x="3735431" y="2260600"/>
                  </a:lnTo>
                  <a:lnTo>
                    <a:pt x="3725729" y="2311400"/>
                  </a:lnTo>
                  <a:lnTo>
                    <a:pt x="3714952" y="2362200"/>
                  </a:lnTo>
                  <a:lnTo>
                    <a:pt x="3703116" y="2400300"/>
                  </a:lnTo>
                  <a:lnTo>
                    <a:pt x="3690234" y="2438400"/>
                  </a:lnTo>
                  <a:lnTo>
                    <a:pt x="3676322" y="2489200"/>
                  </a:lnTo>
                  <a:lnTo>
                    <a:pt x="3661393" y="2527300"/>
                  </a:lnTo>
                  <a:lnTo>
                    <a:pt x="3645462" y="2578100"/>
                  </a:lnTo>
                  <a:lnTo>
                    <a:pt x="3628542" y="2616200"/>
                  </a:lnTo>
                  <a:lnTo>
                    <a:pt x="3610649" y="2654300"/>
                  </a:lnTo>
                  <a:lnTo>
                    <a:pt x="3591796" y="2692400"/>
                  </a:lnTo>
                  <a:lnTo>
                    <a:pt x="3571998" y="2743200"/>
                  </a:lnTo>
                  <a:lnTo>
                    <a:pt x="3551268" y="2781300"/>
                  </a:lnTo>
                  <a:lnTo>
                    <a:pt x="3529622" y="2819400"/>
                  </a:lnTo>
                  <a:lnTo>
                    <a:pt x="3507074" y="2857500"/>
                  </a:lnTo>
                  <a:lnTo>
                    <a:pt x="3483637" y="2895600"/>
                  </a:lnTo>
                  <a:lnTo>
                    <a:pt x="3459327" y="2933700"/>
                  </a:lnTo>
                  <a:lnTo>
                    <a:pt x="3434157" y="2971800"/>
                  </a:lnTo>
                  <a:lnTo>
                    <a:pt x="3408141" y="3009900"/>
                  </a:lnTo>
                  <a:lnTo>
                    <a:pt x="3381295" y="3035300"/>
                  </a:lnTo>
                  <a:lnTo>
                    <a:pt x="3353631" y="3073400"/>
                  </a:lnTo>
                  <a:lnTo>
                    <a:pt x="3325165" y="3111500"/>
                  </a:lnTo>
                  <a:lnTo>
                    <a:pt x="3295911" y="3149600"/>
                  </a:lnTo>
                  <a:lnTo>
                    <a:pt x="3265883" y="3175000"/>
                  </a:lnTo>
                  <a:lnTo>
                    <a:pt x="3235095" y="3213100"/>
                  </a:lnTo>
                  <a:lnTo>
                    <a:pt x="3203562" y="3238500"/>
                  </a:lnTo>
                  <a:lnTo>
                    <a:pt x="3171298" y="3276600"/>
                  </a:lnTo>
                  <a:lnTo>
                    <a:pt x="3138316" y="3302000"/>
                  </a:lnTo>
                  <a:lnTo>
                    <a:pt x="3104632" y="3327400"/>
                  </a:lnTo>
                  <a:lnTo>
                    <a:pt x="3070260" y="3365500"/>
                  </a:lnTo>
                  <a:lnTo>
                    <a:pt x="3035214" y="3390900"/>
                  </a:lnTo>
                  <a:lnTo>
                    <a:pt x="2999508" y="3416300"/>
                  </a:lnTo>
                  <a:lnTo>
                    <a:pt x="2963157" y="3441700"/>
                  </a:lnTo>
                  <a:lnTo>
                    <a:pt x="2926174" y="3467100"/>
                  </a:lnTo>
                  <a:close/>
                </a:path>
                <a:path w="3773170" h="3771900">
                  <a:moveTo>
                    <a:pt x="2168822" y="3759200"/>
                  </a:moveTo>
                  <a:lnTo>
                    <a:pt x="1603691" y="3759200"/>
                  </a:lnTo>
                  <a:lnTo>
                    <a:pt x="1557765" y="3746500"/>
                  </a:lnTo>
                  <a:lnTo>
                    <a:pt x="2214726" y="3746500"/>
                  </a:lnTo>
                  <a:lnTo>
                    <a:pt x="2168822" y="3759200"/>
                  </a:lnTo>
                  <a:close/>
                </a:path>
                <a:path w="3773170" h="3771900">
                  <a:moveTo>
                    <a:pt x="2075950" y="3771900"/>
                  </a:moveTo>
                  <a:lnTo>
                    <a:pt x="1696612" y="3771900"/>
                  </a:lnTo>
                  <a:lnTo>
                    <a:pt x="1649978" y="3759200"/>
                  </a:lnTo>
                  <a:lnTo>
                    <a:pt x="2122559" y="3759200"/>
                  </a:lnTo>
                  <a:lnTo>
                    <a:pt x="2075950" y="3771900"/>
                  </a:lnTo>
                  <a:close/>
                </a:path>
              </a:pathLst>
            </a:custGeom>
            <a:solidFill>
              <a:srgbClr val="387D59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1" name="object 11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601670" y="6010178"/>
              <a:ext cx="2994004" cy="2994003"/>
            </a:xfrm>
            <a:prstGeom prst="rect">
              <a:avLst/>
            </a:prstGeom>
          </p:spPr>
        </p:pic>
        <p:sp>
          <p:nvSpPr>
            <p:cNvPr id="12" name="object 12" descr=""/>
            <p:cNvSpPr/>
            <p:nvPr/>
          </p:nvSpPr>
          <p:spPr>
            <a:xfrm>
              <a:off x="9212329" y="5621622"/>
              <a:ext cx="3773170" cy="3771900"/>
            </a:xfrm>
            <a:custGeom>
              <a:avLst/>
              <a:gdLst/>
              <a:ahLst/>
              <a:cxnLst/>
              <a:rect l="l" t="t" r="r" b="b"/>
              <a:pathLst>
                <a:path w="3773170" h="3771900">
                  <a:moveTo>
                    <a:pt x="1981818" y="12700"/>
                  </a:moveTo>
                  <a:lnTo>
                    <a:pt x="1790868" y="12700"/>
                  </a:lnTo>
                  <a:lnTo>
                    <a:pt x="1838460" y="0"/>
                  </a:lnTo>
                  <a:lnTo>
                    <a:pt x="1934225" y="0"/>
                  </a:lnTo>
                  <a:lnTo>
                    <a:pt x="1981818" y="12700"/>
                  </a:lnTo>
                  <a:close/>
                </a:path>
                <a:path w="3773170" h="3771900">
                  <a:moveTo>
                    <a:pt x="2122707" y="25400"/>
                  </a:moveTo>
                  <a:lnTo>
                    <a:pt x="1649978" y="25400"/>
                  </a:lnTo>
                  <a:lnTo>
                    <a:pt x="1696612" y="12700"/>
                  </a:lnTo>
                  <a:lnTo>
                    <a:pt x="2076073" y="12700"/>
                  </a:lnTo>
                  <a:lnTo>
                    <a:pt x="2122707" y="25400"/>
                  </a:lnTo>
                  <a:close/>
                </a:path>
                <a:path w="3773170" h="3771900">
                  <a:moveTo>
                    <a:pt x="2214920" y="38100"/>
                  </a:moveTo>
                  <a:lnTo>
                    <a:pt x="1557765" y="38100"/>
                  </a:lnTo>
                  <a:lnTo>
                    <a:pt x="1603691" y="25400"/>
                  </a:lnTo>
                  <a:lnTo>
                    <a:pt x="2168995" y="25400"/>
                  </a:lnTo>
                  <a:lnTo>
                    <a:pt x="2214920" y="38100"/>
                  </a:lnTo>
                  <a:close/>
                </a:path>
                <a:path w="3773170" h="3771900">
                  <a:moveTo>
                    <a:pt x="2260255" y="3746500"/>
                  </a:moveTo>
                  <a:lnTo>
                    <a:pt x="1512216" y="3746500"/>
                  </a:lnTo>
                  <a:lnTo>
                    <a:pt x="1247614" y="3670300"/>
                  </a:lnTo>
                  <a:lnTo>
                    <a:pt x="1205096" y="3644900"/>
                  </a:lnTo>
                  <a:lnTo>
                    <a:pt x="1121542" y="3619500"/>
                  </a:lnTo>
                  <a:lnTo>
                    <a:pt x="1080536" y="3594100"/>
                  </a:lnTo>
                  <a:lnTo>
                    <a:pt x="1040062" y="3581400"/>
                  </a:lnTo>
                  <a:lnTo>
                    <a:pt x="960769" y="3530600"/>
                  </a:lnTo>
                  <a:lnTo>
                    <a:pt x="921978" y="3517900"/>
                  </a:lnTo>
                  <a:lnTo>
                    <a:pt x="883776" y="3492500"/>
                  </a:lnTo>
                  <a:lnTo>
                    <a:pt x="846179" y="3467100"/>
                  </a:lnTo>
                  <a:lnTo>
                    <a:pt x="809199" y="3441700"/>
                  </a:lnTo>
                  <a:lnTo>
                    <a:pt x="772851" y="3416300"/>
                  </a:lnTo>
                  <a:lnTo>
                    <a:pt x="737150" y="3390900"/>
                  </a:lnTo>
                  <a:lnTo>
                    <a:pt x="702109" y="3365500"/>
                  </a:lnTo>
                  <a:lnTo>
                    <a:pt x="667743" y="3327400"/>
                  </a:lnTo>
                  <a:lnTo>
                    <a:pt x="634066" y="3302000"/>
                  </a:lnTo>
                  <a:lnTo>
                    <a:pt x="601092" y="3276600"/>
                  </a:lnTo>
                  <a:lnTo>
                    <a:pt x="568836" y="3238500"/>
                  </a:lnTo>
                  <a:lnTo>
                    <a:pt x="537311" y="3213100"/>
                  </a:lnTo>
                  <a:lnTo>
                    <a:pt x="506533" y="3175000"/>
                  </a:lnTo>
                  <a:lnTo>
                    <a:pt x="476514" y="3149600"/>
                  </a:lnTo>
                  <a:lnTo>
                    <a:pt x="447270" y="3111500"/>
                  </a:lnTo>
                  <a:lnTo>
                    <a:pt x="418815" y="3073400"/>
                  </a:lnTo>
                  <a:lnTo>
                    <a:pt x="391162" y="3035300"/>
                  </a:lnTo>
                  <a:lnTo>
                    <a:pt x="364327" y="3009900"/>
                  </a:lnTo>
                  <a:lnTo>
                    <a:pt x="338322" y="2971800"/>
                  </a:lnTo>
                  <a:lnTo>
                    <a:pt x="313164" y="2933700"/>
                  </a:lnTo>
                  <a:lnTo>
                    <a:pt x="288865" y="2895600"/>
                  </a:lnTo>
                  <a:lnTo>
                    <a:pt x="265440" y="2857500"/>
                  </a:lnTo>
                  <a:lnTo>
                    <a:pt x="242903" y="2819400"/>
                  </a:lnTo>
                  <a:lnTo>
                    <a:pt x="221268" y="2781300"/>
                  </a:lnTo>
                  <a:lnTo>
                    <a:pt x="200551" y="2743200"/>
                  </a:lnTo>
                  <a:lnTo>
                    <a:pt x="180764" y="2692400"/>
                  </a:lnTo>
                  <a:lnTo>
                    <a:pt x="161922" y="2654300"/>
                  </a:lnTo>
                  <a:lnTo>
                    <a:pt x="144040" y="2616200"/>
                  </a:lnTo>
                  <a:lnTo>
                    <a:pt x="127131" y="2578100"/>
                  </a:lnTo>
                  <a:lnTo>
                    <a:pt x="111210" y="2527300"/>
                  </a:lnTo>
                  <a:lnTo>
                    <a:pt x="96291" y="2489200"/>
                  </a:lnTo>
                  <a:lnTo>
                    <a:pt x="82388" y="2438400"/>
                  </a:lnTo>
                  <a:lnTo>
                    <a:pt x="69516" y="2400300"/>
                  </a:lnTo>
                  <a:lnTo>
                    <a:pt x="57688" y="2349500"/>
                  </a:lnTo>
                  <a:lnTo>
                    <a:pt x="46919" y="2311400"/>
                  </a:lnTo>
                  <a:lnTo>
                    <a:pt x="37224" y="2260600"/>
                  </a:lnTo>
                  <a:lnTo>
                    <a:pt x="28616" y="2222500"/>
                  </a:lnTo>
                  <a:lnTo>
                    <a:pt x="21109" y="2171700"/>
                  </a:lnTo>
                  <a:lnTo>
                    <a:pt x="14718" y="2133600"/>
                  </a:lnTo>
                  <a:lnTo>
                    <a:pt x="9458" y="2082800"/>
                  </a:lnTo>
                  <a:lnTo>
                    <a:pt x="5341" y="2032000"/>
                  </a:lnTo>
                  <a:lnTo>
                    <a:pt x="2383" y="1981200"/>
                  </a:lnTo>
                  <a:lnTo>
                    <a:pt x="598" y="1943100"/>
                  </a:lnTo>
                  <a:lnTo>
                    <a:pt x="0" y="1892300"/>
                  </a:lnTo>
                  <a:lnTo>
                    <a:pt x="598" y="1841500"/>
                  </a:lnTo>
                  <a:lnTo>
                    <a:pt x="2383" y="1790700"/>
                  </a:lnTo>
                  <a:lnTo>
                    <a:pt x="5341" y="1752600"/>
                  </a:lnTo>
                  <a:lnTo>
                    <a:pt x="9458" y="1701800"/>
                  </a:lnTo>
                  <a:lnTo>
                    <a:pt x="14718" y="1651000"/>
                  </a:lnTo>
                  <a:lnTo>
                    <a:pt x="21109" y="1612900"/>
                  </a:lnTo>
                  <a:lnTo>
                    <a:pt x="28616" y="1562100"/>
                  </a:lnTo>
                  <a:lnTo>
                    <a:pt x="37224" y="1524000"/>
                  </a:lnTo>
                  <a:lnTo>
                    <a:pt x="46919" y="1473200"/>
                  </a:lnTo>
                  <a:lnTo>
                    <a:pt x="57688" y="1422400"/>
                  </a:lnTo>
                  <a:lnTo>
                    <a:pt x="69516" y="1384300"/>
                  </a:lnTo>
                  <a:lnTo>
                    <a:pt x="82388" y="1346200"/>
                  </a:lnTo>
                  <a:lnTo>
                    <a:pt x="96291" y="1295400"/>
                  </a:lnTo>
                  <a:lnTo>
                    <a:pt x="111210" y="1257300"/>
                  </a:lnTo>
                  <a:lnTo>
                    <a:pt x="127131" y="1206500"/>
                  </a:lnTo>
                  <a:lnTo>
                    <a:pt x="144040" y="1168400"/>
                  </a:lnTo>
                  <a:lnTo>
                    <a:pt x="161922" y="1130300"/>
                  </a:lnTo>
                  <a:lnTo>
                    <a:pt x="180764" y="1092200"/>
                  </a:lnTo>
                  <a:lnTo>
                    <a:pt x="200551" y="1041400"/>
                  </a:lnTo>
                  <a:lnTo>
                    <a:pt x="221268" y="1003300"/>
                  </a:lnTo>
                  <a:lnTo>
                    <a:pt x="242903" y="965200"/>
                  </a:lnTo>
                  <a:lnTo>
                    <a:pt x="265440" y="927100"/>
                  </a:lnTo>
                  <a:lnTo>
                    <a:pt x="288865" y="889000"/>
                  </a:lnTo>
                  <a:lnTo>
                    <a:pt x="313164" y="850900"/>
                  </a:lnTo>
                  <a:lnTo>
                    <a:pt x="338322" y="812800"/>
                  </a:lnTo>
                  <a:lnTo>
                    <a:pt x="364327" y="774700"/>
                  </a:lnTo>
                  <a:lnTo>
                    <a:pt x="391162" y="749300"/>
                  </a:lnTo>
                  <a:lnTo>
                    <a:pt x="418815" y="711200"/>
                  </a:lnTo>
                  <a:lnTo>
                    <a:pt x="447270" y="673100"/>
                  </a:lnTo>
                  <a:lnTo>
                    <a:pt x="476514" y="635000"/>
                  </a:lnTo>
                  <a:lnTo>
                    <a:pt x="506533" y="609600"/>
                  </a:lnTo>
                  <a:lnTo>
                    <a:pt x="537311" y="571500"/>
                  </a:lnTo>
                  <a:lnTo>
                    <a:pt x="568836" y="546100"/>
                  </a:lnTo>
                  <a:lnTo>
                    <a:pt x="601092" y="508000"/>
                  </a:lnTo>
                  <a:lnTo>
                    <a:pt x="634066" y="482600"/>
                  </a:lnTo>
                  <a:lnTo>
                    <a:pt x="667743" y="457200"/>
                  </a:lnTo>
                  <a:lnTo>
                    <a:pt x="702109" y="419100"/>
                  </a:lnTo>
                  <a:lnTo>
                    <a:pt x="737150" y="393700"/>
                  </a:lnTo>
                  <a:lnTo>
                    <a:pt x="772851" y="368300"/>
                  </a:lnTo>
                  <a:lnTo>
                    <a:pt x="809199" y="342900"/>
                  </a:lnTo>
                  <a:lnTo>
                    <a:pt x="846179" y="317500"/>
                  </a:lnTo>
                  <a:lnTo>
                    <a:pt x="883776" y="292100"/>
                  </a:lnTo>
                  <a:lnTo>
                    <a:pt x="921978" y="266700"/>
                  </a:lnTo>
                  <a:lnTo>
                    <a:pt x="960769" y="254000"/>
                  </a:lnTo>
                  <a:lnTo>
                    <a:pt x="1040062" y="203200"/>
                  </a:lnTo>
                  <a:lnTo>
                    <a:pt x="1080536" y="190500"/>
                  </a:lnTo>
                  <a:lnTo>
                    <a:pt x="1121542" y="165100"/>
                  </a:lnTo>
                  <a:lnTo>
                    <a:pt x="1163067" y="152400"/>
                  </a:lnTo>
                  <a:lnTo>
                    <a:pt x="1205096" y="127000"/>
                  </a:lnTo>
                  <a:lnTo>
                    <a:pt x="1512216" y="38100"/>
                  </a:lnTo>
                  <a:lnTo>
                    <a:pt x="2260469" y="38100"/>
                  </a:lnTo>
                  <a:lnTo>
                    <a:pt x="2567590" y="127000"/>
                  </a:lnTo>
                  <a:lnTo>
                    <a:pt x="2609618" y="152400"/>
                  </a:lnTo>
                  <a:lnTo>
                    <a:pt x="2651143" y="165100"/>
                  </a:lnTo>
                  <a:lnTo>
                    <a:pt x="2692149" y="190500"/>
                  </a:lnTo>
                  <a:lnTo>
                    <a:pt x="2732623" y="203200"/>
                  </a:lnTo>
                  <a:lnTo>
                    <a:pt x="2811916" y="254000"/>
                  </a:lnTo>
                  <a:lnTo>
                    <a:pt x="2850707" y="266700"/>
                  </a:lnTo>
                  <a:lnTo>
                    <a:pt x="2888909" y="292100"/>
                  </a:lnTo>
                  <a:lnTo>
                    <a:pt x="2926507" y="317500"/>
                  </a:lnTo>
                  <a:lnTo>
                    <a:pt x="1742816" y="317500"/>
                  </a:lnTo>
                  <a:lnTo>
                    <a:pt x="1695738" y="330200"/>
                  </a:lnTo>
                  <a:lnTo>
                    <a:pt x="1649078" y="330200"/>
                  </a:lnTo>
                  <a:lnTo>
                    <a:pt x="1602855" y="342900"/>
                  </a:lnTo>
                  <a:lnTo>
                    <a:pt x="1557091" y="342900"/>
                  </a:lnTo>
                  <a:lnTo>
                    <a:pt x="1335880" y="406400"/>
                  </a:lnTo>
                  <a:lnTo>
                    <a:pt x="1293306" y="431800"/>
                  </a:lnTo>
                  <a:lnTo>
                    <a:pt x="1251335" y="444500"/>
                  </a:lnTo>
                  <a:lnTo>
                    <a:pt x="1209990" y="469900"/>
                  </a:lnTo>
                  <a:lnTo>
                    <a:pt x="1169291" y="482600"/>
                  </a:lnTo>
                  <a:lnTo>
                    <a:pt x="1129259" y="508000"/>
                  </a:lnTo>
                  <a:lnTo>
                    <a:pt x="1089915" y="533400"/>
                  </a:lnTo>
                  <a:lnTo>
                    <a:pt x="1051278" y="546100"/>
                  </a:lnTo>
                  <a:lnTo>
                    <a:pt x="1013372" y="571500"/>
                  </a:lnTo>
                  <a:lnTo>
                    <a:pt x="976215" y="596900"/>
                  </a:lnTo>
                  <a:lnTo>
                    <a:pt x="939829" y="622300"/>
                  </a:lnTo>
                  <a:lnTo>
                    <a:pt x="904235" y="660400"/>
                  </a:lnTo>
                  <a:lnTo>
                    <a:pt x="869454" y="685800"/>
                  </a:lnTo>
                  <a:lnTo>
                    <a:pt x="835506" y="711200"/>
                  </a:lnTo>
                  <a:lnTo>
                    <a:pt x="802412" y="749300"/>
                  </a:lnTo>
                  <a:lnTo>
                    <a:pt x="770193" y="774700"/>
                  </a:lnTo>
                  <a:lnTo>
                    <a:pt x="738870" y="812800"/>
                  </a:lnTo>
                  <a:lnTo>
                    <a:pt x="708464" y="838200"/>
                  </a:lnTo>
                  <a:lnTo>
                    <a:pt x="678995" y="876300"/>
                  </a:lnTo>
                  <a:lnTo>
                    <a:pt x="650484" y="914400"/>
                  </a:lnTo>
                  <a:lnTo>
                    <a:pt x="622953" y="939800"/>
                  </a:lnTo>
                  <a:lnTo>
                    <a:pt x="596421" y="977900"/>
                  </a:lnTo>
                  <a:lnTo>
                    <a:pt x="570910" y="1016000"/>
                  </a:lnTo>
                  <a:lnTo>
                    <a:pt x="546441" y="1054100"/>
                  </a:lnTo>
                  <a:lnTo>
                    <a:pt x="523033" y="1092200"/>
                  </a:lnTo>
                  <a:lnTo>
                    <a:pt x="500710" y="1130300"/>
                  </a:lnTo>
                  <a:lnTo>
                    <a:pt x="479490" y="1181100"/>
                  </a:lnTo>
                  <a:lnTo>
                    <a:pt x="459394" y="1219200"/>
                  </a:lnTo>
                  <a:lnTo>
                    <a:pt x="440445" y="1257300"/>
                  </a:lnTo>
                  <a:lnTo>
                    <a:pt x="422662" y="1295400"/>
                  </a:lnTo>
                  <a:lnTo>
                    <a:pt x="406066" y="1346200"/>
                  </a:lnTo>
                  <a:lnTo>
                    <a:pt x="390678" y="1384300"/>
                  </a:lnTo>
                  <a:lnTo>
                    <a:pt x="376519" y="1422400"/>
                  </a:lnTo>
                  <a:lnTo>
                    <a:pt x="363610" y="1473200"/>
                  </a:lnTo>
                  <a:lnTo>
                    <a:pt x="351971" y="1511300"/>
                  </a:lnTo>
                  <a:lnTo>
                    <a:pt x="341623" y="1562100"/>
                  </a:lnTo>
                  <a:lnTo>
                    <a:pt x="332588" y="1612900"/>
                  </a:lnTo>
                  <a:lnTo>
                    <a:pt x="324885" y="1651000"/>
                  </a:lnTo>
                  <a:lnTo>
                    <a:pt x="318537" y="1701800"/>
                  </a:lnTo>
                  <a:lnTo>
                    <a:pt x="313563" y="1752600"/>
                  </a:lnTo>
                  <a:lnTo>
                    <a:pt x="309984" y="1790700"/>
                  </a:lnTo>
                  <a:lnTo>
                    <a:pt x="307822" y="1841500"/>
                  </a:lnTo>
                  <a:lnTo>
                    <a:pt x="307096" y="1892300"/>
                  </a:lnTo>
                  <a:lnTo>
                    <a:pt x="307822" y="1943100"/>
                  </a:lnTo>
                  <a:lnTo>
                    <a:pt x="309984" y="1993900"/>
                  </a:lnTo>
                  <a:lnTo>
                    <a:pt x="313563" y="2032000"/>
                  </a:lnTo>
                  <a:lnTo>
                    <a:pt x="318537" y="2082800"/>
                  </a:lnTo>
                  <a:lnTo>
                    <a:pt x="324885" y="2133600"/>
                  </a:lnTo>
                  <a:lnTo>
                    <a:pt x="332588" y="2171700"/>
                  </a:lnTo>
                  <a:lnTo>
                    <a:pt x="341623" y="2222500"/>
                  </a:lnTo>
                  <a:lnTo>
                    <a:pt x="351971" y="2260600"/>
                  </a:lnTo>
                  <a:lnTo>
                    <a:pt x="363610" y="2311400"/>
                  </a:lnTo>
                  <a:lnTo>
                    <a:pt x="376519" y="2349500"/>
                  </a:lnTo>
                  <a:lnTo>
                    <a:pt x="390678" y="2400300"/>
                  </a:lnTo>
                  <a:lnTo>
                    <a:pt x="406066" y="2438400"/>
                  </a:lnTo>
                  <a:lnTo>
                    <a:pt x="422662" y="2489200"/>
                  </a:lnTo>
                  <a:lnTo>
                    <a:pt x="440445" y="2527300"/>
                  </a:lnTo>
                  <a:lnTo>
                    <a:pt x="459394" y="2565400"/>
                  </a:lnTo>
                  <a:lnTo>
                    <a:pt x="479490" y="2603500"/>
                  </a:lnTo>
                  <a:lnTo>
                    <a:pt x="500710" y="2654300"/>
                  </a:lnTo>
                  <a:lnTo>
                    <a:pt x="523033" y="2692400"/>
                  </a:lnTo>
                  <a:lnTo>
                    <a:pt x="546441" y="2730500"/>
                  </a:lnTo>
                  <a:lnTo>
                    <a:pt x="570910" y="2768600"/>
                  </a:lnTo>
                  <a:lnTo>
                    <a:pt x="596421" y="2806700"/>
                  </a:lnTo>
                  <a:lnTo>
                    <a:pt x="622953" y="2832100"/>
                  </a:lnTo>
                  <a:lnTo>
                    <a:pt x="650484" y="2870200"/>
                  </a:lnTo>
                  <a:lnTo>
                    <a:pt x="678995" y="2908300"/>
                  </a:lnTo>
                  <a:lnTo>
                    <a:pt x="708464" y="2946400"/>
                  </a:lnTo>
                  <a:lnTo>
                    <a:pt x="738870" y="2971800"/>
                  </a:lnTo>
                  <a:lnTo>
                    <a:pt x="770193" y="3009900"/>
                  </a:lnTo>
                  <a:lnTo>
                    <a:pt x="802412" y="3035300"/>
                  </a:lnTo>
                  <a:lnTo>
                    <a:pt x="835506" y="3073400"/>
                  </a:lnTo>
                  <a:lnTo>
                    <a:pt x="869454" y="3098800"/>
                  </a:lnTo>
                  <a:lnTo>
                    <a:pt x="904235" y="3124200"/>
                  </a:lnTo>
                  <a:lnTo>
                    <a:pt x="939829" y="3149600"/>
                  </a:lnTo>
                  <a:lnTo>
                    <a:pt x="976215" y="3187700"/>
                  </a:lnTo>
                  <a:lnTo>
                    <a:pt x="1013372" y="3213100"/>
                  </a:lnTo>
                  <a:lnTo>
                    <a:pt x="1051278" y="3225800"/>
                  </a:lnTo>
                  <a:lnTo>
                    <a:pt x="1089915" y="3251200"/>
                  </a:lnTo>
                  <a:lnTo>
                    <a:pt x="1129259" y="3276600"/>
                  </a:lnTo>
                  <a:lnTo>
                    <a:pt x="1169291" y="3302000"/>
                  </a:lnTo>
                  <a:lnTo>
                    <a:pt x="1209990" y="3314700"/>
                  </a:lnTo>
                  <a:lnTo>
                    <a:pt x="1251335" y="3340100"/>
                  </a:lnTo>
                  <a:lnTo>
                    <a:pt x="1293306" y="3352800"/>
                  </a:lnTo>
                  <a:lnTo>
                    <a:pt x="1335880" y="3378200"/>
                  </a:lnTo>
                  <a:lnTo>
                    <a:pt x="1557091" y="3441700"/>
                  </a:lnTo>
                  <a:lnTo>
                    <a:pt x="1602855" y="3441700"/>
                  </a:lnTo>
                  <a:lnTo>
                    <a:pt x="1649078" y="3454400"/>
                  </a:lnTo>
                  <a:lnTo>
                    <a:pt x="1695738" y="3454400"/>
                  </a:lnTo>
                  <a:lnTo>
                    <a:pt x="1742816" y="3467100"/>
                  </a:lnTo>
                  <a:lnTo>
                    <a:pt x="2926174" y="3467100"/>
                  </a:lnTo>
                  <a:lnTo>
                    <a:pt x="2888574" y="3492500"/>
                  </a:lnTo>
                  <a:lnTo>
                    <a:pt x="2850372" y="3517900"/>
                  </a:lnTo>
                  <a:lnTo>
                    <a:pt x="2811581" y="3530600"/>
                  </a:lnTo>
                  <a:lnTo>
                    <a:pt x="2732292" y="3581400"/>
                  </a:lnTo>
                  <a:lnTo>
                    <a:pt x="2691822" y="3594100"/>
                  </a:lnTo>
                  <a:lnTo>
                    <a:pt x="2650820" y="3619500"/>
                  </a:lnTo>
                  <a:lnTo>
                    <a:pt x="2567281" y="3644900"/>
                  </a:lnTo>
                  <a:lnTo>
                    <a:pt x="2524771" y="3670300"/>
                  </a:lnTo>
                  <a:lnTo>
                    <a:pt x="2260255" y="3746500"/>
                  </a:lnTo>
                  <a:close/>
                </a:path>
                <a:path w="3773170" h="3771900">
                  <a:moveTo>
                    <a:pt x="2926174" y="3467100"/>
                  </a:moveTo>
                  <a:lnTo>
                    <a:pt x="2029870" y="3467100"/>
                  </a:lnTo>
                  <a:lnTo>
                    <a:pt x="2076947" y="3454400"/>
                  </a:lnTo>
                  <a:lnTo>
                    <a:pt x="2123608" y="3454400"/>
                  </a:lnTo>
                  <a:lnTo>
                    <a:pt x="2169830" y="3441700"/>
                  </a:lnTo>
                  <a:lnTo>
                    <a:pt x="2215594" y="3441700"/>
                  </a:lnTo>
                  <a:lnTo>
                    <a:pt x="2436805" y="3378200"/>
                  </a:lnTo>
                  <a:lnTo>
                    <a:pt x="2479380" y="3352800"/>
                  </a:lnTo>
                  <a:lnTo>
                    <a:pt x="2521350" y="3340100"/>
                  </a:lnTo>
                  <a:lnTo>
                    <a:pt x="2562695" y="3314700"/>
                  </a:lnTo>
                  <a:lnTo>
                    <a:pt x="2603394" y="3302000"/>
                  </a:lnTo>
                  <a:lnTo>
                    <a:pt x="2643426" y="3276600"/>
                  </a:lnTo>
                  <a:lnTo>
                    <a:pt x="2682771" y="3251200"/>
                  </a:lnTo>
                  <a:lnTo>
                    <a:pt x="2721407" y="3225800"/>
                  </a:lnTo>
                  <a:lnTo>
                    <a:pt x="2759313" y="3213100"/>
                  </a:lnTo>
                  <a:lnTo>
                    <a:pt x="2796470" y="3187700"/>
                  </a:lnTo>
                  <a:lnTo>
                    <a:pt x="2832856" y="3149600"/>
                  </a:lnTo>
                  <a:lnTo>
                    <a:pt x="2868450" y="3124200"/>
                  </a:lnTo>
                  <a:lnTo>
                    <a:pt x="2903231" y="3098800"/>
                  </a:lnTo>
                  <a:lnTo>
                    <a:pt x="2937179" y="3073400"/>
                  </a:lnTo>
                  <a:lnTo>
                    <a:pt x="2970273" y="3035300"/>
                  </a:lnTo>
                  <a:lnTo>
                    <a:pt x="3002492" y="3009900"/>
                  </a:lnTo>
                  <a:lnTo>
                    <a:pt x="3033815" y="2971800"/>
                  </a:lnTo>
                  <a:lnTo>
                    <a:pt x="3064221" y="2946400"/>
                  </a:lnTo>
                  <a:lnTo>
                    <a:pt x="3093690" y="2908300"/>
                  </a:lnTo>
                  <a:lnTo>
                    <a:pt x="3122201" y="2870200"/>
                  </a:lnTo>
                  <a:lnTo>
                    <a:pt x="3149733" y="2832100"/>
                  </a:lnTo>
                  <a:lnTo>
                    <a:pt x="3176264" y="2806700"/>
                  </a:lnTo>
                  <a:lnTo>
                    <a:pt x="3201775" y="2768600"/>
                  </a:lnTo>
                  <a:lnTo>
                    <a:pt x="3226245" y="2730500"/>
                  </a:lnTo>
                  <a:lnTo>
                    <a:pt x="3249652" y="2692400"/>
                  </a:lnTo>
                  <a:lnTo>
                    <a:pt x="3271976" y="2654300"/>
                  </a:lnTo>
                  <a:lnTo>
                    <a:pt x="3293196" y="2603500"/>
                  </a:lnTo>
                  <a:lnTo>
                    <a:pt x="3313291" y="2565400"/>
                  </a:lnTo>
                  <a:lnTo>
                    <a:pt x="3332240" y="2527300"/>
                  </a:lnTo>
                  <a:lnTo>
                    <a:pt x="3350024" y="2489200"/>
                  </a:lnTo>
                  <a:lnTo>
                    <a:pt x="3366620" y="2438400"/>
                  </a:lnTo>
                  <a:lnTo>
                    <a:pt x="3382007" y="2400300"/>
                  </a:lnTo>
                  <a:lnTo>
                    <a:pt x="3396166" y="2349500"/>
                  </a:lnTo>
                  <a:lnTo>
                    <a:pt x="3409076" y="2311400"/>
                  </a:lnTo>
                  <a:lnTo>
                    <a:pt x="3420715" y="2260600"/>
                  </a:lnTo>
                  <a:lnTo>
                    <a:pt x="3431062" y="2222500"/>
                  </a:lnTo>
                  <a:lnTo>
                    <a:pt x="3440097" y="2171700"/>
                  </a:lnTo>
                  <a:lnTo>
                    <a:pt x="3447800" y="2133600"/>
                  </a:lnTo>
                  <a:lnTo>
                    <a:pt x="3454148" y="2082800"/>
                  </a:lnTo>
                  <a:lnTo>
                    <a:pt x="3459123" y="2032000"/>
                  </a:lnTo>
                  <a:lnTo>
                    <a:pt x="3462701" y="1993900"/>
                  </a:lnTo>
                  <a:lnTo>
                    <a:pt x="3464864" y="1943100"/>
                  </a:lnTo>
                  <a:lnTo>
                    <a:pt x="3465589" y="1892300"/>
                  </a:lnTo>
                  <a:lnTo>
                    <a:pt x="3464864" y="1841500"/>
                  </a:lnTo>
                  <a:lnTo>
                    <a:pt x="3462701" y="1790700"/>
                  </a:lnTo>
                  <a:lnTo>
                    <a:pt x="3459123" y="1752600"/>
                  </a:lnTo>
                  <a:lnTo>
                    <a:pt x="3454148" y="1701800"/>
                  </a:lnTo>
                  <a:lnTo>
                    <a:pt x="3447800" y="1651000"/>
                  </a:lnTo>
                  <a:lnTo>
                    <a:pt x="3440097" y="1612900"/>
                  </a:lnTo>
                  <a:lnTo>
                    <a:pt x="3431062" y="1562100"/>
                  </a:lnTo>
                  <a:lnTo>
                    <a:pt x="3420715" y="1511300"/>
                  </a:lnTo>
                  <a:lnTo>
                    <a:pt x="3409076" y="1473200"/>
                  </a:lnTo>
                  <a:lnTo>
                    <a:pt x="3396166" y="1422400"/>
                  </a:lnTo>
                  <a:lnTo>
                    <a:pt x="3382007" y="1384300"/>
                  </a:lnTo>
                  <a:lnTo>
                    <a:pt x="3366620" y="1346200"/>
                  </a:lnTo>
                  <a:lnTo>
                    <a:pt x="3350024" y="1295400"/>
                  </a:lnTo>
                  <a:lnTo>
                    <a:pt x="3332240" y="1257300"/>
                  </a:lnTo>
                  <a:lnTo>
                    <a:pt x="3313291" y="1219200"/>
                  </a:lnTo>
                  <a:lnTo>
                    <a:pt x="3293196" y="1181100"/>
                  </a:lnTo>
                  <a:lnTo>
                    <a:pt x="3271976" y="1130300"/>
                  </a:lnTo>
                  <a:lnTo>
                    <a:pt x="3249652" y="1092200"/>
                  </a:lnTo>
                  <a:lnTo>
                    <a:pt x="3226245" y="1054100"/>
                  </a:lnTo>
                  <a:lnTo>
                    <a:pt x="3201775" y="1016000"/>
                  </a:lnTo>
                  <a:lnTo>
                    <a:pt x="3176264" y="977900"/>
                  </a:lnTo>
                  <a:lnTo>
                    <a:pt x="3149733" y="939800"/>
                  </a:lnTo>
                  <a:lnTo>
                    <a:pt x="3122201" y="914400"/>
                  </a:lnTo>
                  <a:lnTo>
                    <a:pt x="3093690" y="876300"/>
                  </a:lnTo>
                  <a:lnTo>
                    <a:pt x="3064221" y="838200"/>
                  </a:lnTo>
                  <a:lnTo>
                    <a:pt x="3033815" y="812800"/>
                  </a:lnTo>
                  <a:lnTo>
                    <a:pt x="3002492" y="774700"/>
                  </a:lnTo>
                  <a:lnTo>
                    <a:pt x="2970273" y="749300"/>
                  </a:lnTo>
                  <a:lnTo>
                    <a:pt x="2937179" y="711200"/>
                  </a:lnTo>
                  <a:lnTo>
                    <a:pt x="2903231" y="685800"/>
                  </a:lnTo>
                  <a:lnTo>
                    <a:pt x="2868450" y="660400"/>
                  </a:lnTo>
                  <a:lnTo>
                    <a:pt x="2832856" y="622300"/>
                  </a:lnTo>
                  <a:lnTo>
                    <a:pt x="2796470" y="596900"/>
                  </a:lnTo>
                  <a:lnTo>
                    <a:pt x="2759313" y="571500"/>
                  </a:lnTo>
                  <a:lnTo>
                    <a:pt x="2721407" y="546100"/>
                  </a:lnTo>
                  <a:lnTo>
                    <a:pt x="2682771" y="533400"/>
                  </a:lnTo>
                  <a:lnTo>
                    <a:pt x="2643426" y="508000"/>
                  </a:lnTo>
                  <a:lnTo>
                    <a:pt x="2603394" y="482600"/>
                  </a:lnTo>
                  <a:lnTo>
                    <a:pt x="2562695" y="469900"/>
                  </a:lnTo>
                  <a:lnTo>
                    <a:pt x="2521350" y="444500"/>
                  </a:lnTo>
                  <a:lnTo>
                    <a:pt x="2479380" y="431800"/>
                  </a:lnTo>
                  <a:lnTo>
                    <a:pt x="2436805" y="406400"/>
                  </a:lnTo>
                  <a:lnTo>
                    <a:pt x="2215594" y="342900"/>
                  </a:lnTo>
                  <a:lnTo>
                    <a:pt x="2169830" y="342900"/>
                  </a:lnTo>
                  <a:lnTo>
                    <a:pt x="2123608" y="330200"/>
                  </a:lnTo>
                  <a:lnTo>
                    <a:pt x="2076947" y="330200"/>
                  </a:lnTo>
                  <a:lnTo>
                    <a:pt x="2029870" y="317500"/>
                  </a:lnTo>
                  <a:lnTo>
                    <a:pt x="2926507" y="317500"/>
                  </a:lnTo>
                  <a:lnTo>
                    <a:pt x="2963486" y="342900"/>
                  </a:lnTo>
                  <a:lnTo>
                    <a:pt x="2999834" y="368300"/>
                  </a:lnTo>
                  <a:lnTo>
                    <a:pt x="3035536" y="393700"/>
                  </a:lnTo>
                  <a:lnTo>
                    <a:pt x="3070576" y="419100"/>
                  </a:lnTo>
                  <a:lnTo>
                    <a:pt x="3104942" y="457200"/>
                  </a:lnTo>
                  <a:lnTo>
                    <a:pt x="3138619" y="482600"/>
                  </a:lnTo>
                  <a:lnTo>
                    <a:pt x="3171593" y="508000"/>
                  </a:lnTo>
                  <a:lnTo>
                    <a:pt x="3203849" y="546100"/>
                  </a:lnTo>
                  <a:lnTo>
                    <a:pt x="3235374" y="571500"/>
                  </a:lnTo>
                  <a:lnTo>
                    <a:pt x="3266153" y="609600"/>
                  </a:lnTo>
                  <a:lnTo>
                    <a:pt x="3296171" y="635000"/>
                  </a:lnTo>
                  <a:lnTo>
                    <a:pt x="3325415" y="673100"/>
                  </a:lnTo>
                  <a:lnTo>
                    <a:pt x="3353871" y="711200"/>
                  </a:lnTo>
                  <a:lnTo>
                    <a:pt x="3381523" y="749300"/>
                  </a:lnTo>
                  <a:lnTo>
                    <a:pt x="3408359" y="774700"/>
                  </a:lnTo>
                  <a:lnTo>
                    <a:pt x="3434363" y="812800"/>
                  </a:lnTo>
                  <a:lnTo>
                    <a:pt x="3459522" y="850900"/>
                  </a:lnTo>
                  <a:lnTo>
                    <a:pt x="3483821" y="889000"/>
                  </a:lnTo>
                  <a:lnTo>
                    <a:pt x="3507246" y="927100"/>
                  </a:lnTo>
                  <a:lnTo>
                    <a:pt x="3529782" y="965200"/>
                  </a:lnTo>
                  <a:lnTo>
                    <a:pt x="3551417" y="1003300"/>
                  </a:lnTo>
                  <a:lnTo>
                    <a:pt x="3572135" y="1041400"/>
                  </a:lnTo>
                  <a:lnTo>
                    <a:pt x="3591921" y="1092200"/>
                  </a:lnTo>
                  <a:lnTo>
                    <a:pt x="3610763" y="1130300"/>
                  </a:lnTo>
                  <a:lnTo>
                    <a:pt x="3628646" y="1168400"/>
                  </a:lnTo>
                  <a:lnTo>
                    <a:pt x="3645554" y="1206500"/>
                  </a:lnTo>
                  <a:lnTo>
                    <a:pt x="3661475" y="1257300"/>
                  </a:lnTo>
                  <a:lnTo>
                    <a:pt x="3676394" y="1295400"/>
                  </a:lnTo>
                  <a:lnTo>
                    <a:pt x="3690297" y="1346200"/>
                  </a:lnTo>
                  <a:lnTo>
                    <a:pt x="3703170" y="1384300"/>
                  </a:lnTo>
                  <a:lnTo>
                    <a:pt x="3714997" y="1422400"/>
                  </a:lnTo>
                  <a:lnTo>
                    <a:pt x="3725766" y="1473200"/>
                  </a:lnTo>
                  <a:lnTo>
                    <a:pt x="3735462" y="1524000"/>
                  </a:lnTo>
                  <a:lnTo>
                    <a:pt x="3744070" y="1562100"/>
                  </a:lnTo>
                  <a:lnTo>
                    <a:pt x="3751576" y="1612900"/>
                  </a:lnTo>
                  <a:lnTo>
                    <a:pt x="3757967" y="1651000"/>
                  </a:lnTo>
                  <a:lnTo>
                    <a:pt x="3763228" y="1701800"/>
                  </a:lnTo>
                  <a:lnTo>
                    <a:pt x="3767344" y="1752600"/>
                  </a:lnTo>
                  <a:lnTo>
                    <a:pt x="3770302" y="1790700"/>
                  </a:lnTo>
                  <a:lnTo>
                    <a:pt x="3772087" y="1841500"/>
                  </a:lnTo>
                  <a:lnTo>
                    <a:pt x="3772685" y="1892300"/>
                  </a:lnTo>
                  <a:lnTo>
                    <a:pt x="3772087" y="1943100"/>
                  </a:lnTo>
                  <a:lnTo>
                    <a:pt x="3770300" y="1981200"/>
                  </a:lnTo>
                  <a:lnTo>
                    <a:pt x="3767340" y="2032000"/>
                  </a:lnTo>
                  <a:lnTo>
                    <a:pt x="3763220" y="2082800"/>
                  </a:lnTo>
                  <a:lnTo>
                    <a:pt x="3757955" y="2133600"/>
                  </a:lnTo>
                  <a:lnTo>
                    <a:pt x="3751559" y="2171700"/>
                  </a:lnTo>
                  <a:lnTo>
                    <a:pt x="3744046" y="2222500"/>
                  </a:lnTo>
                  <a:lnTo>
                    <a:pt x="3735431" y="2260600"/>
                  </a:lnTo>
                  <a:lnTo>
                    <a:pt x="3725729" y="2311400"/>
                  </a:lnTo>
                  <a:lnTo>
                    <a:pt x="3714952" y="2362200"/>
                  </a:lnTo>
                  <a:lnTo>
                    <a:pt x="3703116" y="2400300"/>
                  </a:lnTo>
                  <a:lnTo>
                    <a:pt x="3690234" y="2438400"/>
                  </a:lnTo>
                  <a:lnTo>
                    <a:pt x="3676322" y="2489200"/>
                  </a:lnTo>
                  <a:lnTo>
                    <a:pt x="3661393" y="2527300"/>
                  </a:lnTo>
                  <a:lnTo>
                    <a:pt x="3645462" y="2578100"/>
                  </a:lnTo>
                  <a:lnTo>
                    <a:pt x="3628542" y="2616200"/>
                  </a:lnTo>
                  <a:lnTo>
                    <a:pt x="3610649" y="2654300"/>
                  </a:lnTo>
                  <a:lnTo>
                    <a:pt x="3591796" y="2692400"/>
                  </a:lnTo>
                  <a:lnTo>
                    <a:pt x="3571998" y="2743200"/>
                  </a:lnTo>
                  <a:lnTo>
                    <a:pt x="3551269" y="2781300"/>
                  </a:lnTo>
                  <a:lnTo>
                    <a:pt x="3529623" y="2819400"/>
                  </a:lnTo>
                  <a:lnTo>
                    <a:pt x="3507074" y="2857500"/>
                  </a:lnTo>
                  <a:lnTo>
                    <a:pt x="3483638" y="2895600"/>
                  </a:lnTo>
                  <a:lnTo>
                    <a:pt x="3459327" y="2933700"/>
                  </a:lnTo>
                  <a:lnTo>
                    <a:pt x="3434157" y="2971800"/>
                  </a:lnTo>
                  <a:lnTo>
                    <a:pt x="3408141" y="3009900"/>
                  </a:lnTo>
                  <a:lnTo>
                    <a:pt x="3381295" y="3035300"/>
                  </a:lnTo>
                  <a:lnTo>
                    <a:pt x="3353631" y="3073400"/>
                  </a:lnTo>
                  <a:lnTo>
                    <a:pt x="3325166" y="3111500"/>
                  </a:lnTo>
                  <a:lnTo>
                    <a:pt x="3295911" y="3149600"/>
                  </a:lnTo>
                  <a:lnTo>
                    <a:pt x="3265883" y="3175000"/>
                  </a:lnTo>
                  <a:lnTo>
                    <a:pt x="3235095" y="3213100"/>
                  </a:lnTo>
                  <a:lnTo>
                    <a:pt x="3203562" y="3238500"/>
                  </a:lnTo>
                  <a:lnTo>
                    <a:pt x="3171298" y="3276600"/>
                  </a:lnTo>
                  <a:lnTo>
                    <a:pt x="3138317" y="3302000"/>
                  </a:lnTo>
                  <a:lnTo>
                    <a:pt x="3104633" y="3327400"/>
                  </a:lnTo>
                  <a:lnTo>
                    <a:pt x="3070260" y="3365500"/>
                  </a:lnTo>
                  <a:lnTo>
                    <a:pt x="3035214" y="3390900"/>
                  </a:lnTo>
                  <a:lnTo>
                    <a:pt x="2999508" y="3416300"/>
                  </a:lnTo>
                  <a:lnTo>
                    <a:pt x="2963157" y="3441700"/>
                  </a:lnTo>
                  <a:lnTo>
                    <a:pt x="2926174" y="3467100"/>
                  </a:lnTo>
                  <a:close/>
                </a:path>
                <a:path w="3773170" h="3771900">
                  <a:moveTo>
                    <a:pt x="2168822" y="3759200"/>
                  </a:moveTo>
                  <a:lnTo>
                    <a:pt x="1603691" y="3759200"/>
                  </a:lnTo>
                  <a:lnTo>
                    <a:pt x="1557765" y="3746500"/>
                  </a:lnTo>
                  <a:lnTo>
                    <a:pt x="2214726" y="3746500"/>
                  </a:lnTo>
                  <a:lnTo>
                    <a:pt x="2168822" y="3759200"/>
                  </a:lnTo>
                  <a:close/>
                </a:path>
                <a:path w="3773170" h="3771900">
                  <a:moveTo>
                    <a:pt x="2075950" y="3771900"/>
                  </a:moveTo>
                  <a:lnTo>
                    <a:pt x="1696612" y="3771900"/>
                  </a:lnTo>
                  <a:lnTo>
                    <a:pt x="1649978" y="3759200"/>
                  </a:lnTo>
                  <a:lnTo>
                    <a:pt x="2122559" y="3759200"/>
                  </a:lnTo>
                  <a:lnTo>
                    <a:pt x="2075950" y="3771900"/>
                  </a:lnTo>
                  <a:close/>
                </a:path>
              </a:pathLst>
            </a:custGeom>
            <a:solidFill>
              <a:srgbClr val="387D59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3" name="object 13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3911479" y="6010178"/>
              <a:ext cx="2994002" cy="2994003"/>
            </a:xfrm>
            <a:prstGeom prst="rect">
              <a:avLst/>
            </a:prstGeom>
          </p:spPr>
        </p:pic>
        <p:sp>
          <p:nvSpPr>
            <p:cNvPr id="14" name="object 14" descr=""/>
            <p:cNvSpPr/>
            <p:nvPr/>
          </p:nvSpPr>
          <p:spPr>
            <a:xfrm>
              <a:off x="13522137" y="5621622"/>
              <a:ext cx="3773170" cy="3771900"/>
            </a:xfrm>
            <a:custGeom>
              <a:avLst/>
              <a:gdLst/>
              <a:ahLst/>
              <a:cxnLst/>
              <a:rect l="l" t="t" r="r" b="b"/>
              <a:pathLst>
                <a:path w="3773169" h="3771900">
                  <a:moveTo>
                    <a:pt x="1981818" y="12700"/>
                  </a:moveTo>
                  <a:lnTo>
                    <a:pt x="1790868" y="12700"/>
                  </a:lnTo>
                  <a:lnTo>
                    <a:pt x="1838460" y="0"/>
                  </a:lnTo>
                  <a:lnTo>
                    <a:pt x="1934226" y="0"/>
                  </a:lnTo>
                  <a:lnTo>
                    <a:pt x="1981818" y="12700"/>
                  </a:lnTo>
                  <a:close/>
                </a:path>
                <a:path w="3773169" h="3771900">
                  <a:moveTo>
                    <a:pt x="2122708" y="25400"/>
                  </a:moveTo>
                  <a:lnTo>
                    <a:pt x="1649978" y="25400"/>
                  </a:lnTo>
                  <a:lnTo>
                    <a:pt x="1696613" y="12700"/>
                  </a:lnTo>
                  <a:lnTo>
                    <a:pt x="2076073" y="12700"/>
                  </a:lnTo>
                  <a:lnTo>
                    <a:pt x="2122708" y="25400"/>
                  </a:lnTo>
                  <a:close/>
                </a:path>
                <a:path w="3773169" h="3771900">
                  <a:moveTo>
                    <a:pt x="2214920" y="38100"/>
                  </a:moveTo>
                  <a:lnTo>
                    <a:pt x="1557765" y="38100"/>
                  </a:lnTo>
                  <a:lnTo>
                    <a:pt x="1603691" y="25400"/>
                  </a:lnTo>
                  <a:lnTo>
                    <a:pt x="2168995" y="25400"/>
                  </a:lnTo>
                  <a:lnTo>
                    <a:pt x="2214920" y="38100"/>
                  </a:lnTo>
                  <a:close/>
                </a:path>
                <a:path w="3773169" h="3771900">
                  <a:moveTo>
                    <a:pt x="2260255" y="3746500"/>
                  </a:moveTo>
                  <a:lnTo>
                    <a:pt x="1512216" y="3746500"/>
                  </a:lnTo>
                  <a:lnTo>
                    <a:pt x="1247614" y="3670300"/>
                  </a:lnTo>
                  <a:lnTo>
                    <a:pt x="1205096" y="3644900"/>
                  </a:lnTo>
                  <a:lnTo>
                    <a:pt x="1121542" y="3619500"/>
                  </a:lnTo>
                  <a:lnTo>
                    <a:pt x="1080536" y="3594100"/>
                  </a:lnTo>
                  <a:lnTo>
                    <a:pt x="1040062" y="3581400"/>
                  </a:lnTo>
                  <a:lnTo>
                    <a:pt x="960769" y="3530600"/>
                  </a:lnTo>
                  <a:lnTo>
                    <a:pt x="921978" y="3517900"/>
                  </a:lnTo>
                  <a:lnTo>
                    <a:pt x="883777" y="3492500"/>
                  </a:lnTo>
                  <a:lnTo>
                    <a:pt x="846179" y="3467100"/>
                  </a:lnTo>
                  <a:lnTo>
                    <a:pt x="809199" y="3441700"/>
                  </a:lnTo>
                  <a:lnTo>
                    <a:pt x="772851" y="3416300"/>
                  </a:lnTo>
                  <a:lnTo>
                    <a:pt x="737150" y="3390900"/>
                  </a:lnTo>
                  <a:lnTo>
                    <a:pt x="702109" y="3365500"/>
                  </a:lnTo>
                  <a:lnTo>
                    <a:pt x="667743" y="3327400"/>
                  </a:lnTo>
                  <a:lnTo>
                    <a:pt x="634066" y="3302000"/>
                  </a:lnTo>
                  <a:lnTo>
                    <a:pt x="601092" y="3276600"/>
                  </a:lnTo>
                  <a:lnTo>
                    <a:pt x="568836" y="3238500"/>
                  </a:lnTo>
                  <a:lnTo>
                    <a:pt x="537311" y="3213100"/>
                  </a:lnTo>
                  <a:lnTo>
                    <a:pt x="506533" y="3175000"/>
                  </a:lnTo>
                  <a:lnTo>
                    <a:pt x="476514" y="3149600"/>
                  </a:lnTo>
                  <a:lnTo>
                    <a:pt x="447270" y="3111500"/>
                  </a:lnTo>
                  <a:lnTo>
                    <a:pt x="418815" y="3073400"/>
                  </a:lnTo>
                  <a:lnTo>
                    <a:pt x="391162" y="3035300"/>
                  </a:lnTo>
                  <a:lnTo>
                    <a:pt x="364327" y="3009900"/>
                  </a:lnTo>
                  <a:lnTo>
                    <a:pt x="338322" y="2971800"/>
                  </a:lnTo>
                  <a:lnTo>
                    <a:pt x="313164" y="2933700"/>
                  </a:lnTo>
                  <a:lnTo>
                    <a:pt x="288865" y="2895600"/>
                  </a:lnTo>
                  <a:lnTo>
                    <a:pt x="265440" y="2857500"/>
                  </a:lnTo>
                  <a:lnTo>
                    <a:pt x="242903" y="2819400"/>
                  </a:lnTo>
                  <a:lnTo>
                    <a:pt x="221268" y="2781300"/>
                  </a:lnTo>
                  <a:lnTo>
                    <a:pt x="200551" y="2743200"/>
                  </a:lnTo>
                  <a:lnTo>
                    <a:pt x="180764" y="2692400"/>
                  </a:lnTo>
                  <a:lnTo>
                    <a:pt x="161922" y="2654300"/>
                  </a:lnTo>
                  <a:lnTo>
                    <a:pt x="144040" y="2616200"/>
                  </a:lnTo>
                  <a:lnTo>
                    <a:pt x="127131" y="2578100"/>
                  </a:lnTo>
                  <a:lnTo>
                    <a:pt x="111210" y="2527300"/>
                  </a:lnTo>
                  <a:lnTo>
                    <a:pt x="96291" y="2489200"/>
                  </a:lnTo>
                  <a:lnTo>
                    <a:pt x="82388" y="2438400"/>
                  </a:lnTo>
                  <a:lnTo>
                    <a:pt x="69516" y="2400300"/>
                  </a:lnTo>
                  <a:lnTo>
                    <a:pt x="57688" y="2349500"/>
                  </a:lnTo>
                  <a:lnTo>
                    <a:pt x="46919" y="2311400"/>
                  </a:lnTo>
                  <a:lnTo>
                    <a:pt x="37224" y="2260600"/>
                  </a:lnTo>
                  <a:lnTo>
                    <a:pt x="28616" y="2222500"/>
                  </a:lnTo>
                  <a:lnTo>
                    <a:pt x="21109" y="2171700"/>
                  </a:lnTo>
                  <a:lnTo>
                    <a:pt x="14718" y="2133600"/>
                  </a:lnTo>
                  <a:lnTo>
                    <a:pt x="9458" y="2082800"/>
                  </a:lnTo>
                  <a:lnTo>
                    <a:pt x="5341" y="2032000"/>
                  </a:lnTo>
                  <a:lnTo>
                    <a:pt x="2383" y="1981200"/>
                  </a:lnTo>
                  <a:lnTo>
                    <a:pt x="598" y="1943100"/>
                  </a:lnTo>
                  <a:lnTo>
                    <a:pt x="0" y="1892300"/>
                  </a:lnTo>
                  <a:lnTo>
                    <a:pt x="598" y="1841500"/>
                  </a:lnTo>
                  <a:lnTo>
                    <a:pt x="2383" y="1790700"/>
                  </a:lnTo>
                  <a:lnTo>
                    <a:pt x="5341" y="1752600"/>
                  </a:lnTo>
                  <a:lnTo>
                    <a:pt x="9458" y="1701800"/>
                  </a:lnTo>
                  <a:lnTo>
                    <a:pt x="14718" y="1651000"/>
                  </a:lnTo>
                  <a:lnTo>
                    <a:pt x="21109" y="1612900"/>
                  </a:lnTo>
                  <a:lnTo>
                    <a:pt x="28616" y="1562100"/>
                  </a:lnTo>
                  <a:lnTo>
                    <a:pt x="37224" y="1524000"/>
                  </a:lnTo>
                  <a:lnTo>
                    <a:pt x="46919" y="1473200"/>
                  </a:lnTo>
                  <a:lnTo>
                    <a:pt x="57688" y="1422400"/>
                  </a:lnTo>
                  <a:lnTo>
                    <a:pt x="69516" y="1384300"/>
                  </a:lnTo>
                  <a:lnTo>
                    <a:pt x="82388" y="1346200"/>
                  </a:lnTo>
                  <a:lnTo>
                    <a:pt x="96291" y="1295400"/>
                  </a:lnTo>
                  <a:lnTo>
                    <a:pt x="111210" y="1257300"/>
                  </a:lnTo>
                  <a:lnTo>
                    <a:pt x="127131" y="1206500"/>
                  </a:lnTo>
                  <a:lnTo>
                    <a:pt x="144040" y="1168400"/>
                  </a:lnTo>
                  <a:lnTo>
                    <a:pt x="161922" y="1130300"/>
                  </a:lnTo>
                  <a:lnTo>
                    <a:pt x="180764" y="1092200"/>
                  </a:lnTo>
                  <a:lnTo>
                    <a:pt x="200551" y="1041400"/>
                  </a:lnTo>
                  <a:lnTo>
                    <a:pt x="221268" y="1003300"/>
                  </a:lnTo>
                  <a:lnTo>
                    <a:pt x="242903" y="965200"/>
                  </a:lnTo>
                  <a:lnTo>
                    <a:pt x="265440" y="927100"/>
                  </a:lnTo>
                  <a:lnTo>
                    <a:pt x="288865" y="889000"/>
                  </a:lnTo>
                  <a:lnTo>
                    <a:pt x="313164" y="850900"/>
                  </a:lnTo>
                  <a:lnTo>
                    <a:pt x="338322" y="812800"/>
                  </a:lnTo>
                  <a:lnTo>
                    <a:pt x="364327" y="774700"/>
                  </a:lnTo>
                  <a:lnTo>
                    <a:pt x="391162" y="749300"/>
                  </a:lnTo>
                  <a:lnTo>
                    <a:pt x="418815" y="711200"/>
                  </a:lnTo>
                  <a:lnTo>
                    <a:pt x="447270" y="673100"/>
                  </a:lnTo>
                  <a:lnTo>
                    <a:pt x="476514" y="635000"/>
                  </a:lnTo>
                  <a:lnTo>
                    <a:pt x="506533" y="609600"/>
                  </a:lnTo>
                  <a:lnTo>
                    <a:pt x="537311" y="571500"/>
                  </a:lnTo>
                  <a:lnTo>
                    <a:pt x="568836" y="546100"/>
                  </a:lnTo>
                  <a:lnTo>
                    <a:pt x="601092" y="508000"/>
                  </a:lnTo>
                  <a:lnTo>
                    <a:pt x="634066" y="482600"/>
                  </a:lnTo>
                  <a:lnTo>
                    <a:pt x="667743" y="457200"/>
                  </a:lnTo>
                  <a:lnTo>
                    <a:pt x="702109" y="419100"/>
                  </a:lnTo>
                  <a:lnTo>
                    <a:pt x="737150" y="393700"/>
                  </a:lnTo>
                  <a:lnTo>
                    <a:pt x="772851" y="368300"/>
                  </a:lnTo>
                  <a:lnTo>
                    <a:pt x="809199" y="342900"/>
                  </a:lnTo>
                  <a:lnTo>
                    <a:pt x="846179" y="317500"/>
                  </a:lnTo>
                  <a:lnTo>
                    <a:pt x="883777" y="292100"/>
                  </a:lnTo>
                  <a:lnTo>
                    <a:pt x="921978" y="266700"/>
                  </a:lnTo>
                  <a:lnTo>
                    <a:pt x="960769" y="254000"/>
                  </a:lnTo>
                  <a:lnTo>
                    <a:pt x="1040062" y="203200"/>
                  </a:lnTo>
                  <a:lnTo>
                    <a:pt x="1080536" y="190500"/>
                  </a:lnTo>
                  <a:lnTo>
                    <a:pt x="1121542" y="165100"/>
                  </a:lnTo>
                  <a:lnTo>
                    <a:pt x="1163067" y="152400"/>
                  </a:lnTo>
                  <a:lnTo>
                    <a:pt x="1205096" y="127000"/>
                  </a:lnTo>
                  <a:lnTo>
                    <a:pt x="1512216" y="38100"/>
                  </a:lnTo>
                  <a:lnTo>
                    <a:pt x="2260469" y="38100"/>
                  </a:lnTo>
                  <a:lnTo>
                    <a:pt x="2567590" y="127000"/>
                  </a:lnTo>
                  <a:lnTo>
                    <a:pt x="2609618" y="152400"/>
                  </a:lnTo>
                  <a:lnTo>
                    <a:pt x="2651143" y="165100"/>
                  </a:lnTo>
                  <a:lnTo>
                    <a:pt x="2692150" y="190500"/>
                  </a:lnTo>
                  <a:lnTo>
                    <a:pt x="2732623" y="203200"/>
                  </a:lnTo>
                  <a:lnTo>
                    <a:pt x="2811917" y="254000"/>
                  </a:lnTo>
                  <a:lnTo>
                    <a:pt x="2850707" y="266700"/>
                  </a:lnTo>
                  <a:lnTo>
                    <a:pt x="2888909" y="292100"/>
                  </a:lnTo>
                  <a:lnTo>
                    <a:pt x="2926507" y="317500"/>
                  </a:lnTo>
                  <a:lnTo>
                    <a:pt x="1742816" y="317500"/>
                  </a:lnTo>
                  <a:lnTo>
                    <a:pt x="1695738" y="330200"/>
                  </a:lnTo>
                  <a:lnTo>
                    <a:pt x="1649078" y="330200"/>
                  </a:lnTo>
                  <a:lnTo>
                    <a:pt x="1602855" y="342900"/>
                  </a:lnTo>
                  <a:lnTo>
                    <a:pt x="1557091" y="342900"/>
                  </a:lnTo>
                  <a:lnTo>
                    <a:pt x="1335881" y="406400"/>
                  </a:lnTo>
                  <a:lnTo>
                    <a:pt x="1293306" y="431800"/>
                  </a:lnTo>
                  <a:lnTo>
                    <a:pt x="1251336" y="444500"/>
                  </a:lnTo>
                  <a:lnTo>
                    <a:pt x="1209991" y="469900"/>
                  </a:lnTo>
                  <a:lnTo>
                    <a:pt x="1169292" y="482600"/>
                  </a:lnTo>
                  <a:lnTo>
                    <a:pt x="1129260" y="508000"/>
                  </a:lnTo>
                  <a:lnTo>
                    <a:pt x="1089915" y="533400"/>
                  </a:lnTo>
                  <a:lnTo>
                    <a:pt x="1051279" y="546100"/>
                  </a:lnTo>
                  <a:lnTo>
                    <a:pt x="1013372" y="571500"/>
                  </a:lnTo>
                  <a:lnTo>
                    <a:pt x="976216" y="596900"/>
                  </a:lnTo>
                  <a:lnTo>
                    <a:pt x="939830" y="622300"/>
                  </a:lnTo>
                  <a:lnTo>
                    <a:pt x="904236" y="660400"/>
                  </a:lnTo>
                  <a:lnTo>
                    <a:pt x="869454" y="685800"/>
                  </a:lnTo>
                  <a:lnTo>
                    <a:pt x="835506" y="711200"/>
                  </a:lnTo>
                  <a:lnTo>
                    <a:pt x="802413" y="749300"/>
                  </a:lnTo>
                  <a:lnTo>
                    <a:pt x="770194" y="774700"/>
                  </a:lnTo>
                  <a:lnTo>
                    <a:pt x="738871" y="812800"/>
                  </a:lnTo>
                  <a:lnTo>
                    <a:pt x="708464" y="838200"/>
                  </a:lnTo>
                  <a:lnTo>
                    <a:pt x="678995" y="876300"/>
                  </a:lnTo>
                  <a:lnTo>
                    <a:pt x="650485" y="914400"/>
                  </a:lnTo>
                  <a:lnTo>
                    <a:pt x="622953" y="939800"/>
                  </a:lnTo>
                  <a:lnTo>
                    <a:pt x="596421" y="977900"/>
                  </a:lnTo>
                  <a:lnTo>
                    <a:pt x="570910" y="1016000"/>
                  </a:lnTo>
                  <a:lnTo>
                    <a:pt x="546441" y="1054100"/>
                  </a:lnTo>
                  <a:lnTo>
                    <a:pt x="523034" y="1092200"/>
                  </a:lnTo>
                  <a:lnTo>
                    <a:pt x="500710" y="1130300"/>
                  </a:lnTo>
                  <a:lnTo>
                    <a:pt x="479490" y="1181100"/>
                  </a:lnTo>
                  <a:lnTo>
                    <a:pt x="459395" y="1219200"/>
                  </a:lnTo>
                  <a:lnTo>
                    <a:pt x="440445" y="1257300"/>
                  </a:lnTo>
                  <a:lnTo>
                    <a:pt x="422662" y="1295400"/>
                  </a:lnTo>
                  <a:lnTo>
                    <a:pt x="406066" y="1346200"/>
                  </a:lnTo>
                  <a:lnTo>
                    <a:pt x="390678" y="1384300"/>
                  </a:lnTo>
                  <a:lnTo>
                    <a:pt x="376519" y="1422400"/>
                  </a:lnTo>
                  <a:lnTo>
                    <a:pt x="363610" y="1473200"/>
                  </a:lnTo>
                  <a:lnTo>
                    <a:pt x="351971" y="1511300"/>
                  </a:lnTo>
                  <a:lnTo>
                    <a:pt x="341623" y="1562100"/>
                  </a:lnTo>
                  <a:lnTo>
                    <a:pt x="332588" y="1612900"/>
                  </a:lnTo>
                  <a:lnTo>
                    <a:pt x="324886" y="1651000"/>
                  </a:lnTo>
                  <a:lnTo>
                    <a:pt x="318537" y="1701800"/>
                  </a:lnTo>
                  <a:lnTo>
                    <a:pt x="313563" y="1752600"/>
                  </a:lnTo>
                  <a:lnTo>
                    <a:pt x="309984" y="1790700"/>
                  </a:lnTo>
                  <a:lnTo>
                    <a:pt x="307822" y="1841500"/>
                  </a:lnTo>
                  <a:lnTo>
                    <a:pt x="307096" y="1892300"/>
                  </a:lnTo>
                  <a:lnTo>
                    <a:pt x="307822" y="1943100"/>
                  </a:lnTo>
                  <a:lnTo>
                    <a:pt x="309984" y="1993900"/>
                  </a:lnTo>
                  <a:lnTo>
                    <a:pt x="313563" y="2032000"/>
                  </a:lnTo>
                  <a:lnTo>
                    <a:pt x="318537" y="2082800"/>
                  </a:lnTo>
                  <a:lnTo>
                    <a:pt x="324886" y="2133600"/>
                  </a:lnTo>
                  <a:lnTo>
                    <a:pt x="332588" y="2171700"/>
                  </a:lnTo>
                  <a:lnTo>
                    <a:pt x="341623" y="2222500"/>
                  </a:lnTo>
                  <a:lnTo>
                    <a:pt x="351971" y="2260600"/>
                  </a:lnTo>
                  <a:lnTo>
                    <a:pt x="363610" y="2311400"/>
                  </a:lnTo>
                  <a:lnTo>
                    <a:pt x="376519" y="2349500"/>
                  </a:lnTo>
                  <a:lnTo>
                    <a:pt x="390678" y="2400300"/>
                  </a:lnTo>
                  <a:lnTo>
                    <a:pt x="406066" y="2438400"/>
                  </a:lnTo>
                  <a:lnTo>
                    <a:pt x="422662" y="2489200"/>
                  </a:lnTo>
                  <a:lnTo>
                    <a:pt x="440445" y="2527300"/>
                  </a:lnTo>
                  <a:lnTo>
                    <a:pt x="459395" y="2565400"/>
                  </a:lnTo>
                  <a:lnTo>
                    <a:pt x="479490" y="2603500"/>
                  </a:lnTo>
                  <a:lnTo>
                    <a:pt x="500710" y="2654300"/>
                  </a:lnTo>
                  <a:lnTo>
                    <a:pt x="523034" y="2692400"/>
                  </a:lnTo>
                  <a:lnTo>
                    <a:pt x="546441" y="2730500"/>
                  </a:lnTo>
                  <a:lnTo>
                    <a:pt x="570910" y="2768600"/>
                  </a:lnTo>
                  <a:lnTo>
                    <a:pt x="596421" y="2806700"/>
                  </a:lnTo>
                  <a:lnTo>
                    <a:pt x="622953" y="2832100"/>
                  </a:lnTo>
                  <a:lnTo>
                    <a:pt x="650485" y="2870200"/>
                  </a:lnTo>
                  <a:lnTo>
                    <a:pt x="678995" y="2908300"/>
                  </a:lnTo>
                  <a:lnTo>
                    <a:pt x="708464" y="2946400"/>
                  </a:lnTo>
                  <a:lnTo>
                    <a:pt x="738871" y="2971800"/>
                  </a:lnTo>
                  <a:lnTo>
                    <a:pt x="770194" y="3009900"/>
                  </a:lnTo>
                  <a:lnTo>
                    <a:pt x="802413" y="3035300"/>
                  </a:lnTo>
                  <a:lnTo>
                    <a:pt x="835506" y="3073400"/>
                  </a:lnTo>
                  <a:lnTo>
                    <a:pt x="869454" y="3098800"/>
                  </a:lnTo>
                  <a:lnTo>
                    <a:pt x="904236" y="3124200"/>
                  </a:lnTo>
                  <a:lnTo>
                    <a:pt x="939830" y="3149600"/>
                  </a:lnTo>
                  <a:lnTo>
                    <a:pt x="976216" y="3187700"/>
                  </a:lnTo>
                  <a:lnTo>
                    <a:pt x="1013372" y="3213100"/>
                  </a:lnTo>
                  <a:lnTo>
                    <a:pt x="1051279" y="3225800"/>
                  </a:lnTo>
                  <a:lnTo>
                    <a:pt x="1089915" y="3251200"/>
                  </a:lnTo>
                  <a:lnTo>
                    <a:pt x="1129260" y="3276600"/>
                  </a:lnTo>
                  <a:lnTo>
                    <a:pt x="1169292" y="3302000"/>
                  </a:lnTo>
                  <a:lnTo>
                    <a:pt x="1209991" y="3314700"/>
                  </a:lnTo>
                  <a:lnTo>
                    <a:pt x="1251336" y="3340100"/>
                  </a:lnTo>
                  <a:lnTo>
                    <a:pt x="1293306" y="3352800"/>
                  </a:lnTo>
                  <a:lnTo>
                    <a:pt x="1335881" y="3378200"/>
                  </a:lnTo>
                  <a:lnTo>
                    <a:pt x="1557091" y="3441700"/>
                  </a:lnTo>
                  <a:lnTo>
                    <a:pt x="1602855" y="3441700"/>
                  </a:lnTo>
                  <a:lnTo>
                    <a:pt x="1649078" y="3454400"/>
                  </a:lnTo>
                  <a:lnTo>
                    <a:pt x="1695738" y="3454400"/>
                  </a:lnTo>
                  <a:lnTo>
                    <a:pt x="1742816" y="3467100"/>
                  </a:lnTo>
                  <a:lnTo>
                    <a:pt x="2926174" y="3467100"/>
                  </a:lnTo>
                  <a:lnTo>
                    <a:pt x="2888574" y="3492500"/>
                  </a:lnTo>
                  <a:lnTo>
                    <a:pt x="2850372" y="3517900"/>
                  </a:lnTo>
                  <a:lnTo>
                    <a:pt x="2811581" y="3530600"/>
                  </a:lnTo>
                  <a:lnTo>
                    <a:pt x="2732292" y="3581400"/>
                  </a:lnTo>
                  <a:lnTo>
                    <a:pt x="2691822" y="3594100"/>
                  </a:lnTo>
                  <a:lnTo>
                    <a:pt x="2650820" y="3619500"/>
                  </a:lnTo>
                  <a:lnTo>
                    <a:pt x="2567281" y="3644900"/>
                  </a:lnTo>
                  <a:lnTo>
                    <a:pt x="2524771" y="3670300"/>
                  </a:lnTo>
                  <a:lnTo>
                    <a:pt x="2260255" y="3746500"/>
                  </a:lnTo>
                  <a:close/>
                </a:path>
                <a:path w="3773169" h="3771900">
                  <a:moveTo>
                    <a:pt x="2926174" y="3467100"/>
                  </a:moveTo>
                  <a:lnTo>
                    <a:pt x="2029870" y="3467100"/>
                  </a:lnTo>
                  <a:lnTo>
                    <a:pt x="2076947" y="3454400"/>
                  </a:lnTo>
                  <a:lnTo>
                    <a:pt x="2123608" y="3454400"/>
                  </a:lnTo>
                  <a:lnTo>
                    <a:pt x="2169830" y="3441700"/>
                  </a:lnTo>
                  <a:lnTo>
                    <a:pt x="2215594" y="3441700"/>
                  </a:lnTo>
                  <a:lnTo>
                    <a:pt x="2436805" y="3378200"/>
                  </a:lnTo>
                  <a:lnTo>
                    <a:pt x="2479379" y="3352800"/>
                  </a:lnTo>
                  <a:lnTo>
                    <a:pt x="2521350" y="3340100"/>
                  </a:lnTo>
                  <a:lnTo>
                    <a:pt x="2562695" y="3314700"/>
                  </a:lnTo>
                  <a:lnTo>
                    <a:pt x="2603394" y="3302000"/>
                  </a:lnTo>
                  <a:lnTo>
                    <a:pt x="2643426" y="3276600"/>
                  </a:lnTo>
                  <a:lnTo>
                    <a:pt x="2682770" y="3251200"/>
                  </a:lnTo>
                  <a:lnTo>
                    <a:pt x="2721406" y="3225800"/>
                  </a:lnTo>
                  <a:lnTo>
                    <a:pt x="2759313" y="3213100"/>
                  </a:lnTo>
                  <a:lnTo>
                    <a:pt x="2796470" y="3187700"/>
                  </a:lnTo>
                  <a:lnTo>
                    <a:pt x="2832856" y="3149600"/>
                  </a:lnTo>
                  <a:lnTo>
                    <a:pt x="2868450" y="3124200"/>
                  </a:lnTo>
                  <a:lnTo>
                    <a:pt x="2903231" y="3098800"/>
                  </a:lnTo>
                  <a:lnTo>
                    <a:pt x="2937179" y="3073400"/>
                  </a:lnTo>
                  <a:lnTo>
                    <a:pt x="2970273" y="3035300"/>
                  </a:lnTo>
                  <a:lnTo>
                    <a:pt x="3002492" y="3009900"/>
                  </a:lnTo>
                  <a:lnTo>
                    <a:pt x="3033815" y="2971800"/>
                  </a:lnTo>
                  <a:lnTo>
                    <a:pt x="3064221" y="2946400"/>
                  </a:lnTo>
                  <a:lnTo>
                    <a:pt x="3093690" y="2908300"/>
                  </a:lnTo>
                  <a:lnTo>
                    <a:pt x="3122201" y="2870200"/>
                  </a:lnTo>
                  <a:lnTo>
                    <a:pt x="3149732" y="2832100"/>
                  </a:lnTo>
                  <a:lnTo>
                    <a:pt x="3176264" y="2806700"/>
                  </a:lnTo>
                  <a:lnTo>
                    <a:pt x="3201775" y="2768600"/>
                  </a:lnTo>
                  <a:lnTo>
                    <a:pt x="3226245" y="2730500"/>
                  </a:lnTo>
                  <a:lnTo>
                    <a:pt x="3249652" y="2692400"/>
                  </a:lnTo>
                  <a:lnTo>
                    <a:pt x="3271976" y="2654300"/>
                  </a:lnTo>
                  <a:lnTo>
                    <a:pt x="3293196" y="2603500"/>
                  </a:lnTo>
                  <a:lnTo>
                    <a:pt x="3313291" y="2565400"/>
                  </a:lnTo>
                  <a:lnTo>
                    <a:pt x="3332240" y="2527300"/>
                  </a:lnTo>
                  <a:lnTo>
                    <a:pt x="3350024" y="2489200"/>
                  </a:lnTo>
                  <a:lnTo>
                    <a:pt x="3366620" y="2438400"/>
                  </a:lnTo>
                  <a:lnTo>
                    <a:pt x="3382007" y="2400300"/>
                  </a:lnTo>
                  <a:lnTo>
                    <a:pt x="3396166" y="2349500"/>
                  </a:lnTo>
                  <a:lnTo>
                    <a:pt x="3409076" y="2311400"/>
                  </a:lnTo>
                  <a:lnTo>
                    <a:pt x="3420715" y="2260600"/>
                  </a:lnTo>
                  <a:lnTo>
                    <a:pt x="3431062" y="2222500"/>
                  </a:lnTo>
                  <a:lnTo>
                    <a:pt x="3440097" y="2171700"/>
                  </a:lnTo>
                  <a:lnTo>
                    <a:pt x="3447800" y="2133600"/>
                  </a:lnTo>
                  <a:lnTo>
                    <a:pt x="3454149" y="2082800"/>
                  </a:lnTo>
                  <a:lnTo>
                    <a:pt x="3459123" y="2032000"/>
                  </a:lnTo>
                  <a:lnTo>
                    <a:pt x="3462701" y="1993900"/>
                  </a:lnTo>
                  <a:lnTo>
                    <a:pt x="3464864" y="1943100"/>
                  </a:lnTo>
                  <a:lnTo>
                    <a:pt x="3465589" y="1892300"/>
                  </a:lnTo>
                  <a:lnTo>
                    <a:pt x="3464864" y="1841500"/>
                  </a:lnTo>
                  <a:lnTo>
                    <a:pt x="3462701" y="1790700"/>
                  </a:lnTo>
                  <a:lnTo>
                    <a:pt x="3459123" y="1752600"/>
                  </a:lnTo>
                  <a:lnTo>
                    <a:pt x="3454149" y="1701800"/>
                  </a:lnTo>
                  <a:lnTo>
                    <a:pt x="3447800" y="1651000"/>
                  </a:lnTo>
                  <a:lnTo>
                    <a:pt x="3440097" y="1612900"/>
                  </a:lnTo>
                  <a:lnTo>
                    <a:pt x="3431062" y="1562100"/>
                  </a:lnTo>
                  <a:lnTo>
                    <a:pt x="3420715" y="1511300"/>
                  </a:lnTo>
                  <a:lnTo>
                    <a:pt x="3409076" y="1473200"/>
                  </a:lnTo>
                  <a:lnTo>
                    <a:pt x="3396166" y="1422400"/>
                  </a:lnTo>
                  <a:lnTo>
                    <a:pt x="3382007" y="1384300"/>
                  </a:lnTo>
                  <a:lnTo>
                    <a:pt x="3366620" y="1346200"/>
                  </a:lnTo>
                  <a:lnTo>
                    <a:pt x="3350024" y="1295400"/>
                  </a:lnTo>
                  <a:lnTo>
                    <a:pt x="3332240" y="1257300"/>
                  </a:lnTo>
                  <a:lnTo>
                    <a:pt x="3313291" y="1219200"/>
                  </a:lnTo>
                  <a:lnTo>
                    <a:pt x="3293196" y="1181100"/>
                  </a:lnTo>
                  <a:lnTo>
                    <a:pt x="3271976" y="1130300"/>
                  </a:lnTo>
                  <a:lnTo>
                    <a:pt x="3249652" y="1092200"/>
                  </a:lnTo>
                  <a:lnTo>
                    <a:pt x="3226245" y="1054100"/>
                  </a:lnTo>
                  <a:lnTo>
                    <a:pt x="3201775" y="1016000"/>
                  </a:lnTo>
                  <a:lnTo>
                    <a:pt x="3176264" y="977900"/>
                  </a:lnTo>
                  <a:lnTo>
                    <a:pt x="3149732" y="939800"/>
                  </a:lnTo>
                  <a:lnTo>
                    <a:pt x="3122201" y="914400"/>
                  </a:lnTo>
                  <a:lnTo>
                    <a:pt x="3093690" y="876300"/>
                  </a:lnTo>
                  <a:lnTo>
                    <a:pt x="3064221" y="838200"/>
                  </a:lnTo>
                  <a:lnTo>
                    <a:pt x="3033815" y="812800"/>
                  </a:lnTo>
                  <a:lnTo>
                    <a:pt x="3002492" y="774700"/>
                  </a:lnTo>
                  <a:lnTo>
                    <a:pt x="2970273" y="749300"/>
                  </a:lnTo>
                  <a:lnTo>
                    <a:pt x="2937179" y="711200"/>
                  </a:lnTo>
                  <a:lnTo>
                    <a:pt x="2903231" y="685800"/>
                  </a:lnTo>
                  <a:lnTo>
                    <a:pt x="2868450" y="660400"/>
                  </a:lnTo>
                  <a:lnTo>
                    <a:pt x="2832856" y="622300"/>
                  </a:lnTo>
                  <a:lnTo>
                    <a:pt x="2796470" y="596900"/>
                  </a:lnTo>
                  <a:lnTo>
                    <a:pt x="2759313" y="571500"/>
                  </a:lnTo>
                  <a:lnTo>
                    <a:pt x="2721406" y="546100"/>
                  </a:lnTo>
                  <a:lnTo>
                    <a:pt x="2682770" y="533400"/>
                  </a:lnTo>
                  <a:lnTo>
                    <a:pt x="2643426" y="508000"/>
                  </a:lnTo>
                  <a:lnTo>
                    <a:pt x="2603394" y="482600"/>
                  </a:lnTo>
                  <a:lnTo>
                    <a:pt x="2562695" y="469900"/>
                  </a:lnTo>
                  <a:lnTo>
                    <a:pt x="2521350" y="444500"/>
                  </a:lnTo>
                  <a:lnTo>
                    <a:pt x="2479379" y="431800"/>
                  </a:lnTo>
                  <a:lnTo>
                    <a:pt x="2436805" y="406400"/>
                  </a:lnTo>
                  <a:lnTo>
                    <a:pt x="2215594" y="342900"/>
                  </a:lnTo>
                  <a:lnTo>
                    <a:pt x="2169830" y="342900"/>
                  </a:lnTo>
                  <a:lnTo>
                    <a:pt x="2123608" y="330200"/>
                  </a:lnTo>
                  <a:lnTo>
                    <a:pt x="2076947" y="330200"/>
                  </a:lnTo>
                  <a:lnTo>
                    <a:pt x="2029870" y="317500"/>
                  </a:lnTo>
                  <a:lnTo>
                    <a:pt x="2926507" y="317500"/>
                  </a:lnTo>
                  <a:lnTo>
                    <a:pt x="2963486" y="342900"/>
                  </a:lnTo>
                  <a:lnTo>
                    <a:pt x="2999834" y="368300"/>
                  </a:lnTo>
                  <a:lnTo>
                    <a:pt x="3035536" y="393700"/>
                  </a:lnTo>
                  <a:lnTo>
                    <a:pt x="3070576" y="419100"/>
                  </a:lnTo>
                  <a:lnTo>
                    <a:pt x="3104942" y="457200"/>
                  </a:lnTo>
                  <a:lnTo>
                    <a:pt x="3138619" y="482600"/>
                  </a:lnTo>
                  <a:lnTo>
                    <a:pt x="3171593" y="508000"/>
                  </a:lnTo>
                  <a:lnTo>
                    <a:pt x="3203849" y="546100"/>
                  </a:lnTo>
                  <a:lnTo>
                    <a:pt x="3235374" y="571500"/>
                  </a:lnTo>
                  <a:lnTo>
                    <a:pt x="3266153" y="609600"/>
                  </a:lnTo>
                  <a:lnTo>
                    <a:pt x="3296171" y="635000"/>
                  </a:lnTo>
                  <a:lnTo>
                    <a:pt x="3325415" y="673100"/>
                  </a:lnTo>
                  <a:lnTo>
                    <a:pt x="3353871" y="711200"/>
                  </a:lnTo>
                  <a:lnTo>
                    <a:pt x="3381523" y="749300"/>
                  </a:lnTo>
                  <a:lnTo>
                    <a:pt x="3408359" y="774700"/>
                  </a:lnTo>
                  <a:lnTo>
                    <a:pt x="3434363" y="812800"/>
                  </a:lnTo>
                  <a:lnTo>
                    <a:pt x="3459522" y="850900"/>
                  </a:lnTo>
                  <a:lnTo>
                    <a:pt x="3483821" y="889000"/>
                  </a:lnTo>
                  <a:lnTo>
                    <a:pt x="3507246" y="927100"/>
                  </a:lnTo>
                  <a:lnTo>
                    <a:pt x="3529783" y="965200"/>
                  </a:lnTo>
                  <a:lnTo>
                    <a:pt x="3551417" y="1003300"/>
                  </a:lnTo>
                  <a:lnTo>
                    <a:pt x="3572135" y="1041400"/>
                  </a:lnTo>
                  <a:lnTo>
                    <a:pt x="3591921" y="1092200"/>
                  </a:lnTo>
                  <a:lnTo>
                    <a:pt x="3610763" y="1130300"/>
                  </a:lnTo>
                  <a:lnTo>
                    <a:pt x="3628646" y="1168400"/>
                  </a:lnTo>
                  <a:lnTo>
                    <a:pt x="3645554" y="1206500"/>
                  </a:lnTo>
                  <a:lnTo>
                    <a:pt x="3661476" y="1257300"/>
                  </a:lnTo>
                  <a:lnTo>
                    <a:pt x="3676395" y="1295400"/>
                  </a:lnTo>
                  <a:lnTo>
                    <a:pt x="3690297" y="1346200"/>
                  </a:lnTo>
                  <a:lnTo>
                    <a:pt x="3703170" y="1384300"/>
                  </a:lnTo>
                  <a:lnTo>
                    <a:pt x="3714997" y="1422400"/>
                  </a:lnTo>
                  <a:lnTo>
                    <a:pt x="3725766" y="1473200"/>
                  </a:lnTo>
                  <a:lnTo>
                    <a:pt x="3735462" y="1524000"/>
                  </a:lnTo>
                  <a:lnTo>
                    <a:pt x="3744070" y="1562100"/>
                  </a:lnTo>
                  <a:lnTo>
                    <a:pt x="3751576" y="1612900"/>
                  </a:lnTo>
                  <a:lnTo>
                    <a:pt x="3757967" y="1651000"/>
                  </a:lnTo>
                  <a:lnTo>
                    <a:pt x="3763228" y="1701800"/>
                  </a:lnTo>
                  <a:lnTo>
                    <a:pt x="3767344" y="1752600"/>
                  </a:lnTo>
                  <a:lnTo>
                    <a:pt x="3770302" y="1790700"/>
                  </a:lnTo>
                  <a:lnTo>
                    <a:pt x="3772087" y="1841500"/>
                  </a:lnTo>
                  <a:lnTo>
                    <a:pt x="3772685" y="1892300"/>
                  </a:lnTo>
                  <a:lnTo>
                    <a:pt x="3772087" y="1943100"/>
                  </a:lnTo>
                  <a:lnTo>
                    <a:pt x="3770300" y="1981200"/>
                  </a:lnTo>
                  <a:lnTo>
                    <a:pt x="3767340" y="2032000"/>
                  </a:lnTo>
                  <a:lnTo>
                    <a:pt x="3763220" y="2082800"/>
                  </a:lnTo>
                  <a:lnTo>
                    <a:pt x="3757955" y="2133600"/>
                  </a:lnTo>
                  <a:lnTo>
                    <a:pt x="3751559" y="2171700"/>
                  </a:lnTo>
                  <a:lnTo>
                    <a:pt x="3744046" y="2222500"/>
                  </a:lnTo>
                  <a:lnTo>
                    <a:pt x="3735432" y="2260600"/>
                  </a:lnTo>
                  <a:lnTo>
                    <a:pt x="3725729" y="2311400"/>
                  </a:lnTo>
                  <a:lnTo>
                    <a:pt x="3714952" y="2362200"/>
                  </a:lnTo>
                  <a:lnTo>
                    <a:pt x="3703116" y="2400300"/>
                  </a:lnTo>
                  <a:lnTo>
                    <a:pt x="3690234" y="2438400"/>
                  </a:lnTo>
                  <a:lnTo>
                    <a:pt x="3676322" y="2489200"/>
                  </a:lnTo>
                  <a:lnTo>
                    <a:pt x="3661393" y="2527300"/>
                  </a:lnTo>
                  <a:lnTo>
                    <a:pt x="3645462" y="2578100"/>
                  </a:lnTo>
                  <a:lnTo>
                    <a:pt x="3628542" y="2616200"/>
                  </a:lnTo>
                  <a:lnTo>
                    <a:pt x="3610649" y="2654300"/>
                  </a:lnTo>
                  <a:lnTo>
                    <a:pt x="3591796" y="2692400"/>
                  </a:lnTo>
                  <a:lnTo>
                    <a:pt x="3571998" y="2743200"/>
                  </a:lnTo>
                  <a:lnTo>
                    <a:pt x="3551269" y="2781300"/>
                  </a:lnTo>
                  <a:lnTo>
                    <a:pt x="3529623" y="2819400"/>
                  </a:lnTo>
                  <a:lnTo>
                    <a:pt x="3507074" y="2857500"/>
                  </a:lnTo>
                  <a:lnTo>
                    <a:pt x="3483638" y="2895600"/>
                  </a:lnTo>
                  <a:lnTo>
                    <a:pt x="3459327" y="2933700"/>
                  </a:lnTo>
                  <a:lnTo>
                    <a:pt x="3434157" y="2971800"/>
                  </a:lnTo>
                  <a:lnTo>
                    <a:pt x="3408142" y="3009900"/>
                  </a:lnTo>
                  <a:lnTo>
                    <a:pt x="3381295" y="3035300"/>
                  </a:lnTo>
                  <a:lnTo>
                    <a:pt x="3353632" y="3073400"/>
                  </a:lnTo>
                  <a:lnTo>
                    <a:pt x="3325166" y="3111500"/>
                  </a:lnTo>
                  <a:lnTo>
                    <a:pt x="3295911" y="3149600"/>
                  </a:lnTo>
                  <a:lnTo>
                    <a:pt x="3265883" y="3175000"/>
                  </a:lnTo>
                  <a:lnTo>
                    <a:pt x="3235096" y="3213100"/>
                  </a:lnTo>
                  <a:lnTo>
                    <a:pt x="3203562" y="3238500"/>
                  </a:lnTo>
                  <a:lnTo>
                    <a:pt x="3171298" y="3276600"/>
                  </a:lnTo>
                  <a:lnTo>
                    <a:pt x="3138317" y="3302000"/>
                  </a:lnTo>
                  <a:lnTo>
                    <a:pt x="3104633" y="3327400"/>
                  </a:lnTo>
                  <a:lnTo>
                    <a:pt x="3070261" y="3365500"/>
                  </a:lnTo>
                  <a:lnTo>
                    <a:pt x="3035214" y="3390900"/>
                  </a:lnTo>
                  <a:lnTo>
                    <a:pt x="2999508" y="3416300"/>
                  </a:lnTo>
                  <a:lnTo>
                    <a:pt x="2963157" y="3441700"/>
                  </a:lnTo>
                  <a:lnTo>
                    <a:pt x="2926174" y="3467100"/>
                  </a:lnTo>
                  <a:close/>
                </a:path>
                <a:path w="3773169" h="3771900">
                  <a:moveTo>
                    <a:pt x="2168823" y="3759200"/>
                  </a:moveTo>
                  <a:lnTo>
                    <a:pt x="1603691" y="3759200"/>
                  </a:lnTo>
                  <a:lnTo>
                    <a:pt x="1557765" y="3746500"/>
                  </a:lnTo>
                  <a:lnTo>
                    <a:pt x="2214726" y="3746500"/>
                  </a:lnTo>
                  <a:lnTo>
                    <a:pt x="2168823" y="3759200"/>
                  </a:lnTo>
                  <a:close/>
                </a:path>
                <a:path w="3773169" h="3771900">
                  <a:moveTo>
                    <a:pt x="2075950" y="3771900"/>
                  </a:moveTo>
                  <a:lnTo>
                    <a:pt x="1696613" y="3771900"/>
                  </a:lnTo>
                  <a:lnTo>
                    <a:pt x="1649978" y="3759200"/>
                  </a:lnTo>
                  <a:lnTo>
                    <a:pt x="2122559" y="3759200"/>
                  </a:lnTo>
                  <a:lnTo>
                    <a:pt x="2075950" y="3771900"/>
                  </a:lnTo>
                  <a:close/>
                </a:path>
              </a:pathLst>
            </a:custGeom>
            <a:solidFill>
              <a:srgbClr val="387D59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" name="object 15" descr=""/>
          <p:cNvSpPr txBox="1"/>
          <p:nvPr/>
        </p:nvSpPr>
        <p:spPr>
          <a:xfrm>
            <a:off x="4934818" y="4650072"/>
            <a:ext cx="3773804" cy="537210"/>
          </a:xfrm>
          <a:prstGeom prst="rect">
            <a:avLst/>
          </a:prstGeom>
          <a:solidFill>
            <a:srgbClr val="1B5738"/>
          </a:solidFill>
        </p:spPr>
        <p:txBody>
          <a:bodyPr wrap="square" lIns="0" tIns="79375" rIns="0" bIns="0" rtlCol="0" vert="horz">
            <a:spAutoFit/>
          </a:bodyPr>
          <a:lstStyle/>
          <a:p>
            <a:pPr marL="1136650">
              <a:lnSpc>
                <a:spcPct val="100000"/>
              </a:lnSpc>
              <a:spcBef>
                <a:spcPts val="625"/>
              </a:spcBef>
            </a:pPr>
            <a:r>
              <a:rPr dirty="0" sz="2450" spc="-60" i="1">
                <a:solidFill>
                  <a:srgbClr val="FFFFFF"/>
                </a:solidFill>
                <a:latin typeface="Verdana"/>
                <a:cs typeface="Verdana"/>
              </a:rPr>
              <a:t>Avi</a:t>
            </a:r>
            <a:r>
              <a:rPr dirty="0" sz="2450" spc="-160" i="1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2450" spc="-20" i="1">
                <a:solidFill>
                  <a:srgbClr val="FFFFFF"/>
                </a:solidFill>
                <a:latin typeface="Verdana"/>
                <a:cs typeface="Verdana"/>
              </a:rPr>
              <a:t>Gupta</a:t>
            </a:r>
            <a:endParaRPr sz="2450">
              <a:latin typeface="Verdana"/>
              <a:cs typeface="Verdana"/>
            </a:endParaRPr>
          </a:p>
        </p:txBody>
      </p:sp>
      <p:sp>
        <p:nvSpPr>
          <p:cNvPr id="16" name="object 16" descr=""/>
          <p:cNvSpPr txBox="1"/>
          <p:nvPr/>
        </p:nvSpPr>
        <p:spPr>
          <a:xfrm>
            <a:off x="9212329" y="4650072"/>
            <a:ext cx="3773804" cy="537210"/>
          </a:xfrm>
          <a:prstGeom prst="rect">
            <a:avLst/>
          </a:prstGeom>
          <a:solidFill>
            <a:srgbClr val="1B5738"/>
          </a:solidFill>
        </p:spPr>
        <p:txBody>
          <a:bodyPr wrap="square" lIns="0" tIns="79375" rIns="0" bIns="0" rtlCol="0" vert="horz">
            <a:spAutoFit/>
          </a:bodyPr>
          <a:lstStyle/>
          <a:p>
            <a:pPr marL="1008380">
              <a:lnSpc>
                <a:spcPct val="100000"/>
              </a:lnSpc>
              <a:spcBef>
                <a:spcPts val="625"/>
              </a:spcBef>
            </a:pPr>
            <a:r>
              <a:rPr dirty="0" sz="2450" spc="-30" i="1">
                <a:solidFill>
                  <a:srgbClr val="FFFFFF"/>
                </a:solidFill>
                <a:latin typeface="Verdana"/>
                <a:cs typeface="Verdana"/>
              </a:rPr>
              <a:t>Harsh</a:t>
            </a:r>
            <a:r>
              <a:rPr dirty="0" sz="2450" spc="-185" i="1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2450" spc="-20" i="1">
                <a:solidFill>
                  <a:srgbClr val="FFFFFF"/>
                </a:solidFill>
                <a:latin typeface="Verdana"/>
                <a:cs typeface="Verdana"/>
              </a:rPr>
              <a:t>Sahu</a:t>
            </a:r>
            <a:endParaRPr sz="2450">
              <a:latin typeface="Verdana"/>
              <a:cs typeface="Verdana"/>
            </a:endParaRPr>
          </a:p>
        </p:txBody>
      </p:sp>
      <p:sp>
        <p:nvSpPr>
          <p:cNvPr id="17" name="object 17" descr=""/>
          <p:cNvSpPr txBox="1"/>
          <p:nvPr/>
        </p:nvSpPr>
        <p:spPr>
          <a:xfrm>
            <a:off x="13486614" y="4650072"/>
            <a:ext cx="3773804" cy="537210"/>
          </a:xfrm>
          <a:prstGeom prst="rect">
            <a:avLst/>
          </a:prstGeom>
          <a:solidFill>
            <a:srgbClr val="1B5738"/>
          </a:solidFill>
        </p:spPr>
        <p:txBody>
          <a:bodyPr wrap="square" lIns="0" tIns="79375" rIns="0" bIns="0" rtlCol="0" vert="horz">
            <a:spAutoFit/>
          </a:bodyPr>
          <a:lstStyle/>
          <a:p>
            <a:pPr marL="741680">
              <a:lnSpc>
                <a:spcPct val="100000"/>
              </a:lnSpc>
              <a:spcBef>
                <a:spcPts val="625"/>
              </a:spcBef>
            </a:pPr>
            <a:r>
              <a:rPr dirty="0" sz="2450" i="1">
                <a:solidFill>
                  <a:srgbClr val="FFFFFF"/>
                </a:solidFill>
                <a:latin typeface="Verdana"/>
                <a:cs typeface="Verdana"/>
              </a:rPr>
              <a:t>Om</a:t>
            </a:r>
            <a:r>
              <a:rPr dirty="0" sz="2450" spc="-195" i="1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2450" spc="-10" i="1">
                <a:solidFill>
                  <a:srgbClr val="FFFFFF"/>
                </a:solidFill>
                <a:latin typeface="Verdana"/>
                <a:cs typeface="Verdana"/>
              </a:rPr>
              <a:t>Kapdoskar</a:t>
            </a:r>
            <a:endParaRPr sz="2450">
              <a:latin typeface="Verdana"/>
              <a:cs typeface="Verdana"/>
            </a:endParaRPr>
          </a:p>
        </p:txBody>
      </p:sp>
      <p:sp>
        <p:nvSpPr>
          <p:cNvPr id="18" name="object 18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112614" rIns="0" bIns="0" rtlCol="0" vert="horz">
            <a:spAutoFit/>
          </a:bodyPr>
          <a:lstStyle/>
          <a:p>
            <a:pPr marL="4948555">
              <a:lnSpc>
                <a:spcPct val="100000"/>
              </a:lnSpc>
              <a:spcBef>
                <a:spcPts val="100"/>
              </a:spcBef>
            </a:pPr>
            <a:r>
              <a:rPr dirty="0" sz="8000" spc="750"/>
              <a:t>Ou</a:t>
            </a:r>
            <a:r>
              <a:rPr dirty="0" sz="8000" spc="-30"/>
              <a:t>r</a:t>
            </a:r>
            <a:r>
              <a:rPr dirty="0" sz="8000" spc="1175"/>
              <a:t> </a:t>
            </a:r>
            <a:r>
              <a:rPr dirty="0" sz="8000" spc="1120"/>
              <a:t>Tea</a:t>
            </a:r>
            <a:r>
              <a:rPr dirty="0" sz="8000" spc="340"/>
              <a:t>m</a:t>
            </a:r>
            <a:endParaRPr sz="80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FDFAFA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3" name="object 3" descr=""/>
          <p:cNvGrpSpPr/>
          <p:nvPr/>
        </p:nvGrpSpPr>
        <p:grpSpPr>
          <a:xfrm>
            <a:off x="14592493" y="5985119"/>
            <a:ext cx="3695700" cy="4302125"/>
            <a:chOff x="14592493" y="5985119"/>
            <a:chExt cx="3695700" cy="4302125"/>
          </a:xfrm>
        </p:grpSpPr>
        <p:pic>
          <p:nvPicPr>
            <p:cNvPr id="4" name="object 4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4592493" y="7573921"/>
              <a:ext cx="3695506" cy="2713078"/>
            </a:xfrm>
            <a:prstGeom prst="rect">
              <a:avLst/>
            </a:prstGeom>
          </p:spPr>
        </p:pic>
        <p:sp>
          <p:nvSpPr>
            <p:cNvPr id="5" name="object 5" descr=""/>
            <p:cNvSpPr/>
            <p:nvPr/>
          </p:nvSpPr>
          <p:spPr>
            <a:xfrm>
              <a:off x="16887961" y="5985119"/>
              <a:ext cx="1400175" cy="2085339"/>
            </a:xfrm>
            <a:custGeom>
              <a:avLst/>
              <a:gdLst/>
              <a:ahLst/>
              <a:cxnLst/>
              <a:rect l="l" t="t" r="r" b="b"/>
              <a:pathLst>
                <a:path w="1400175" h="2085340">
                  <a:moveTo>
                    <a:pt x="1042554" y="2085109"/>
                  </a:moveTo>
                  <a:lnTo>
                    <a:pt x="994832" y="2084036"/>
                  </a:lnTo>
                  <a:lnTo>
                    <a:pt x="947660" y="2080848"/>
                  </a:lnTo>
                  <a:lnTo>
                    <a:pt x="901086" y="2075592"/>
                  </a:lnTo>
                  <a:lnTo>
                    <a:pt x="855154" y="2068312"/>
                  </a:lnTo>
                  <a:lnTo>
                    <a:pt x="809910" y="2059055"/>
                  </a:lnTo>
                  <a:lnTo>
                    <a:pt x="765402" y="2047868"/>
                  </a:lnTo>
                  <a:lnTo>
                    <a:pt x="721674" y="2034795"/>
                  </a:lnTo>
                  <a:lnTo>
                    <a:pt x="678773" y="2019884"/>
                  </a:lnTo>
                  <a:lnTo>
                    <a:pt x="636745" y="2003180"/>
                  </a:lnTo>
                  <a:lnTo>
                    <a:pt x="595636" y="1984729"/>
                  </a:lnTo>
                  <a:lnTo>
                    <a:pt x="555491" y="1964577"/>
                  </a:lnTo>
                  <a:lnTo>
                    <a:pt x="516357" y="1942770"/>
                  </a:lnTo>
                  <a:lnTo>
                    <a:pt x="478280" y="1919354"/>
                  </a:lnTo>
                  <a:lnTo>
                    <a:pt x="441306" y="1894375"/>
                  </a:lnTo>
                  <a:lnTo>
                    <a:pt x="405480" y="1867880"/>
                  </a:lnTo>
                  <a:lnTo>
                    <a:pt x="370850" y="1839913"/>
                  </a:lnTo>
                  <a:lnTo>
                    <a:pt x="337460" y="1810522"/>
                  </a:lnTo>
                  <a:lnTo>
                    <a:pt x="305357" y="1779752"/>
                  </a:lnTo>
                  <a:lnTo>
                    <a:pt x="274587" y="1747649"/>
                  </a:lnTo>
                  <a:lnTo>
                    <a:pt x="245195" y="1714259"/>
                  </a:lnTo>
                  <a:lnTo>
                    <a:pt x="217229" y="1679628"/>
                  </a:lnTo>
                  <a:lnTo>
                    <a:pt x="190733" y="1643803"/>
                  </a:lnTo>
                  <a:lnTo>
                    <a:pt x="165755" y="1606829"/>
                  </a:lnTo>
                  <a:lnTo>
                    <a:pt x="142339" y="1568752"/>
                  </a:lnTo>
                  <a:lnTo>
                    <a:pt x="120532" y="1529618"/>
                  </a:lnTo>
                  <a:lnTo>
                    <a:pt x="100380" y="1489473"/>
                  </a:lnTo>
                  <a:lnTo>
                    <a:pt x="81929" y="1448364"/>
                  </a:lnTo>
                  <a:lnTo>
                    <a:pt x="65224" y="1406336"/>
                  </a:lnTo>
                  <a:lnTo>
                    <a:pt x="50313" y="1363435"/>
                  </a:lnTo>
                  <a:lnTo>
                    <a:pt x="37241" y="1319707"/>
                  </a:lnTo>
                  <a:lnTo>
                    <a:pt x="26053" y="1275198"/>
                  </a:lnTo>
                  <a:lnTo>
                    <a:pt x="16796" y="1229955"/>
                  </a:lnTo>
                  <a:lnTo>
                    <a:pt x="9517" y="1184023"/>
                  </a:lnTo>
                  <a:lnTo>
                    <a:pt x="4260" y="1137448"/>
                  </a:lnTo>
                  <a:lnTo>
                    <a:pt x="1072" y="1090277"/>
                  </a:lnTo>
                  <a:lnTo>
                    <a:pt x="0" y="1042554"/>
                  </a:lnTo>
                  <a:lnTo>
                    <a:pt x="1072" y="994832"/>
                  </a:lnTo>
                  <a:lnTo>
                    <a:pt x="4260" y="947661"/>
                  </a:lnTo>
                  <a:lnTo>
                    <a:pt x="9517" y="901086"/>
                  </a:lnTo>
                  <a:lnTo>
                    <a:pt x="16796" y="855154"/>
                  </a:lnTo>
                  <a:lnTo>
                    <a:pt x="26053" y="809911"/>
                  </a:lnTo>
                  <a:lnTo>
                    <a:pt x="37241" y="765402"/>
                  </a:lnTo>
                  <a:lnTo>
                    <a:pt x="50313" y="721674"/>
                  </a:lnTo>
                  <a:lnTo>
                    <a:pt x="65224" y="678773"/>
                  </a:lnTo>
                  <a:lnTo>
                    <a:pt x="81929" y="636745"/>
                  </a:lnTo>
                  <a:lnTo>
                    <a:pt x="100380" y="595636"/>
                  </a:lnTo>
                  <a:lnTo>
                    <a:pt x="120532" y="555491"/>
                  </a:lnTo>
                  <a:lnTo>
                    <a:pt x="142339" y="516357"/>
                  </a:lnTo>
                  <a:lnTo>
                    <a:pt x="165755" y="478280"/>
                  </a:lnTo>
                  <a:lnTo>
                    <a:pt x="190733" y="441306"/>
                  </a:lnTo>
                  <a:lnTo>
                    <a:pt x="217229" y="405480"/>
                  </a:lnTo>
                  <a:lnTo>
                    <a:pt x="245195" y="370850"/>
                  </a:lnTo>
                  <a:lnTo>
                    <a:pt x="274587" y="337460"/>
                  </a:lnTo>
                  <a:lnTo>
                    <a:pt x="305357" y="305357"/>
                  </a:lnTo>
                  <a:lnTo>
                    <a:pt x="337460" y="274587"/>
                  </a:lnTo>
                  <a:lnTo>
                    <a:pt x="370850" y="245195"/>
                  </a:lnTo>
                  <a:lnTo>
                    <a:pt x="405480" y="217229"/>
                  </a:lnTo>
                  <a:lnTo>
                    <a:pt x="441306" y="190733"/>
                  </a:lnTo>
                  <a:lnTo>
                    <a:pt x="478280" y="165755"/>
                  </a:lnTo>
                  <a:lnTo>
                    <a:pt x="516357" y="142339"/>
                  </a:lnTo>
                  <a:lnTo>
                    <a:pt x="555491" y="120532"/>
                  </a:lnTo>
                  <a:lnTo>
                    <a:pt x="595636" y="100380"/>
                  </a:lnTo>
                  <a:lnTo>
                    <a:pt x="636745" y="81929"/>
                  </a:lnTo>
                  <a:lnTo>
                    <a:pt x="678773" y="65224"/>
                  </a:lnTo>
                  <a:lnTo>
                    <a:pt x="721674" y="50313"/>
                  </a:lnTo>
                  <a:lnTo>
                    <a:pt x="765402" y="37241"/>
                  </a:lnTo>
                  <a:lnTo>
                    <a:pt x="809910" y="26053"/>
                  </a:lnTo>
                  <a:lnTo>
                    <a:pt x="855154" y="16796"/>
                  </a:lnTo>
                  <a:lnTo>
                    <a:pt x="901086" y="9517"/>
                  </a:lnTo>
                  <a:lnTo>
                    <a:pt x="947660" y="4260"/>
                  </a:lnTo>
                  <a:lnTo>
                    <a:pt x="994832" y="1072"/>
                  </a:lnTo>
                  <a:lnTo>
                    <a:pt x="1042554" y="0"/>
                  </a:lnTo>
                  <a:lnTo>
                    <a:pt x="1090276" y="1072"/>
                  </a:lnTo>
                  <a:lnTo>
                    <a:pt x="1137448" y="4260"/>
                  </a:lnTo>
                  <a:lnTo>
                    <a:pt x="1184023" y="9517"/>
                  </a:lnTo>
                  <a:lnTo>
                    <a:pt x="1229955" y="16796"/>
                  </a:lnTo>
                  <a:lnTo>
                    <a:pt x="1275198" y="26053"/>
                  </a:lnTo>
                  <a:lnTo>
                    <a:pt x="1319706" y="37241"/>
                  </a:lnTo>
                  <a:lnTo>
                    <a:pt x="1363434" y="50313"/>
                  </a:lnTo>
                  <a:lnTo>
                    <a:pt x="1400038" y="63036"/>
                  </a:lnTo>
                  <a:lnTo>
                    <a:pt x="1400038" y="2022073"/>
                  </a:lnTo>
                  <a:lnTo>
                    <a:pt x="1363434" y="2034795"/>
                  </a:lnTo>
                  <a:lnTo>
                    <a:pt x="1319706" y="2047868"/>
                  </a:lnTo>
                  <a:lnTo>
                    <a:pt x="1275198" y="2059055"/>
                  </a:lnTo>
                  <a:lnTo>
                    <a:pt x="1229955" y="2068312"/>
                  </a:lnTo>
                  <a:lnTo>
                    <a:pt x="1184023" y="2075592"/>
                  </a:lnTo>
                  <a:lnTo>
                    <a:pt x="1137448" y="2080848"/>
                  </a:lnTo>
                  <a:lnTo>
                    <a:pt x="1090276" y="2084036"/>
                  </a:lnTo>
                  <a:lnTo>
                    <a:pt x="1042554" y="2085109"/>
                  </a:lnTo>
                  <a:close/>
                </a:path>
              </a:pathLst>
            </a:custGeom>
            <a:solidFill>
              <a:srgbClr val="1B5738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6" name="object 6" descr=""/>
          <p:cNvGrpSpPr/>
          <p:nvPr/>
        </p:nvGrpSpPr>
        <p:grpSpPr>
          <a:xfrm>
            <a:off x="0" y="-1"/>
            <a:ext cx="6373495" cy="5989320"/>
            <a:chOff x="0" y="-1"/>
            <a:chExt cx="6373495" cy="5989320"/>
          </a:xfrm>
        </p:grpSpPr>
        <p:pic>
          <p:nvPicPr>
            <p:cNvPr id="7" name="object 7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1302911"/>
              <a:ext cx="3126079" cy="4686299"/>
            </a:xfrm>
            <a:prstGeom prst="rect">
              <a:avLst/>
            </a:prstGeom>
          </p:spPr>
        </p:pic>
        <p:sp>
          <p:nvSpPr>
            <p:cNvPr id="8" name="object 8" descr=""/>
            <p:cNvSpPr/>
            <p:nvPr/>
          </p:nvSpPr>
          <p:spPr>
            <a:xfrm>
              <a:off x="0" y="-1"/>
              <a:ext cx="6373495" cy="3646804"/>
            </a:xfrm>
            <a:custGeom>
              <a:avLst/>
              <a:gdLst/>
              <a:ahLst/>
              <a:cxnLst/>
              <a:rect l="l" t="t" r="r" b="b"/>
              <a:pathLst>
                <a:path w="6373495" h="3646804">
                  <a:moveTo>
                    <a:pt x="3053461" y="3557671"/>
                  </a:moveTo>
                  <a:lnTo>
                    <a:pt x="1059148" y="3557671"/>
                  </a:lnTo>
                  <a:lnTo>
                    <a:pt x="498802" y="3405271"/>
                  </a:lnTo>
                  <a:lnTo>
                    <a:pt x="453628" y="3379871"/>
                  </a:lnTo>
                  <a:lnTo>
                    <a:pt x="364031" y="3354471"/>
                  </a:lnTo>
                  <a:lnTo>
                    <a:pt x="319616" y="3329071"/>
                  </a:lnTo>
                  <a:lnTo>
                    <a:pt x="231566" y="3303671"/>
                  </a:lnTo>
                  <a:lnTo>
                    <a:pt x="187939" y="3278271"/>
                  </a:lnTo>
                  <a:lnTo>
                    <a:pt x="144581" y="3265571"/>
                  </a:lnTo>
                  <a:lnTo>
                    <a:pt x="101495" y="3240171"/>
                  </a:lnTo>
                  <a:lnTo>
                    <a:pt x="58686" y="3227471"/>
                  </a:lnTo>
                  <a:lnTo>
                    <a:pt x="16156" y="3202071"/>
                  </a:lnTo>
                  <a:lnTo>
                    <a:pt x="0" y="3197214"/>
                  </a:lnTo>
                  <a:lnTo>
                    <a:pt x="0" y="0"/>
                  </a:lnTo>
                  <a:lnTo>
                    <a:pt x="6372986" y="0"/>
                  </a:lnTo>
                  <a:lnTo>
                    <a:pt x="6372564" y="14371"/>
                  </a:lnTo>
                  <a:lnTo>
                    <a:pt x="6370483" y="52471"/>
                  </a:lnTo>
                  <a:lnTo>
                    <a:pt x="6367814" y="103271"/>
                  </a:lnTo>
                  <a:lnTo>
                    <a:pt x="6364562" y="141371"/>
                  </a:lnTo>
                  <a:lnTo>
                    <a:pt x="6360729" y="192171"/>
                  </a:lnTo>
                  <a:lnTo>
                    <a:pt x="6356318" y="230271"/>
                  </a:lnTo>
                  <a:lnTo>
                    <a:pt x="6351334" y="281071"/>
                  </a:lnTo>
                  <a:lnTo>
                    <a:pt x="6345779" y="319171"/>
                  </a:lnTo>
                  <a:lnTo>
                    <a:pt x="6339657" y="369971"/>
                  </a:lnTo>
                  <a:lnTo>
                    <a:pt x="6332970" y="408071"/>
                  </a:lnTo>
                  <a:lnTo>
                    <a:pt x="6325723" y="446171"/>
                  </a:lnTo>
                  <a:lnTo>
                    <a:pt x="6317918" y="496971"/>
                  </a:lnTo>
                  <a:lnTo>
                    <a:pt x="6309559" y="535071"/>
                  </a:lnTo>
                  <a:lnTo>
                    <a:pt x="6300650" y="585871"/>
                  </a:lnTo>
                  <a:lnTo>
                    <a:pt x="6291193" y="623971"/>
                  </a:lnTo>
                  <a:lnTo>
                    <a:pt x="6281191" y="662071"/>
                  </a:lnTo>
                  <a:lnTo>
                    <a:pt x="6270649" y="712871"/>
                  </a:lnTo>
                  <a:lnTo>
                    <a:pt x="6259569" y="750971"/>
                  </a:lnTo>
                  <a:lnTo>
                    <a:pt x="6247955" y="789071"/>
                  </a:lnTo>
                  <a:lnTo>
                    <a:pt x="6235810" y="827171"/>
                  </a:lnTo>
                  <a:lnTo>
                    <a:pt x="6223138" y="877971"/>
                  </a:lnTo>
                  <a:lnTo>
                    <a:pt x="6209941" y="916071"/>
                  </a:lnTo>
                  <a:lnTo>
                    <a:pt x="6196223" y="954171"/>
                  </a:lnTo>
                  <a:lnTo>
                    <a:pt x="6181987" y="992271"/>
                  </a:lnTo>
                  <a:lnTo>
                    <a:pt x="6167237" y="1043071"/>
                  </a:lnTo>
                  <a:lnTo>
                    <a:pt x="6151976" y="1081171"/>
                  </a:lnTo>
                  <a:lnTo>
                    <a:pt x="6136207" y="1119271"/>
                  </a:lnTo>
                  <a:lnTo>
                    <a:pt x="6119933" y="1157371"/>
                  </a:lnTo>
                  <a:lnTo>
                    <a:pt x="6103159" y="1195471"/>
                  </a:lnTo>
                  <a:lnTo>
                    <a:pt x="6085886" y="1233571"/>
                  </a:lnTo>
                  <a:lnTo>
                    <a:pt x="6068119" y="1284371"/>
                  </a:lnTo>
                  <a:lnTo>
                    <a:pt x="6049861" y="1322471"/>
                  </a:lnTo>
                  <a:lnTo>
                    <a:pt x="6031115" y="1360571"/>
                  </a:lnTo>
                  <a:lnTo>
                    <a:pt x="6011884" y="1398671"/>
                  </a:lnTo>
                  <a:lnTo>
                    <a:pt x="5992172" y="1436771"/>
                  </a:lnTo>
                  <a:lnTo>
                    <a:pt x="5971983" y="1474871"/>
                  </a:lnTo>
                  <a:lnTo>
                    <a:pt x="5951318" y="1512971"/>
                  </a:lnTo>
                  <a:lnTo>
                    <a:pt x="5930182" y="1551071"/>
                  </a:lnTo>
                  <a:lnTo>
                    <a:pt x="5908578" y="1589171"/>
                  </a:lnTo>
                  <a:lnTo>
                    <a:pt x="5886509" y="1627271"/>
                  </a:lnTo>
                  <a:lnTo>
                    <a:pt x="5863979" y="1665371"/>
                  </a:lnTo>
                  <a:lnTo>
                    <a:pt x="5840991" y="1703471"/>
                  </a:lnTo>
                  <a:lnTo>
                    <a:pt x="5817548" y="1728871"/>
                  </a:lnTo>
                  <a:lnTo>
                    <a:pt x="5793653" y="1766971"/>
                  </a:lnTo>
                  <a:lnTo>
                    <a:pt x="5769310" y="1805071"/>
                  </a:lnTo>
                  <a:lnTo>
                    <a:pt x="5744523" y="1843171"/>
                  </a:lnTo>
                  <a:lnTo>
                    <a:pt x="5719294" y="1881271"/>
                  </a:lnTo>
                  <a:lnTo>
                    <a:pt x="5693626" y="1919371"/>
                  </a:lnTo>
                  <a:lnTo>
                    <a:pt x="5667524" y="1944771"/>
                  </a:lnTo>
                  <a:lnTo>
                    <a:pt x="5640990" y="1982871"/>
                  </a:lnTo>
                  <a:lnTo>
                    <a:pt x="5614028" y="2020971"/>
                  </a:lnTo>
                  <a:lnTo>
                    <a:pt x="5586641" y="2059071"/>
                  </a:lnTo>
                  <a:lnTo>
                    <a:pt x="5558832" y="2084471"/>
                  </a:lnTo>
                  <a:lnTo>
                    <a:pt x="5530604" y="2122571"/>
                  </a:lnTo>
                  <a:lnTo>
                    <a:pt x="5501962" y="2147971"/>
                  </a:lnTo>
                  <a:lnTo>
                    <a:pt x="5472908" y="2186071"/>
                  </a:lnTo>
                  <a:lnTo>
                    <a:pt x="5443445" y="2224171"/>
                  </a:lnTo>
                  <a:lnTo>
                    <a:pt x="5413577" y="2249571"/>
                  </a:lnTo>
                  <a:lnTo>
                    <a:pt x="5383308" y="2287671"/>
                  </a:lnTo>
                  <a:lnTo>
                    <a:pt x="5352640" y="2313071"/>
                  </a:lnTo>
                  <a:lnTo>
                    <a:pt x="5321577" y="2351171"/>
                  </a:lnTo>
                  <a:lnTo>
                    <a:pt x="5290121" y="2376571"/>
                  </a:lnTo>
                  <a:lnTo>
                    <a:pt x="5258278" y="2414671"/>
                  </a:lnTo>
                  <a:lnTo>
                    <a:pt x="5226049" y="2440071"/>
                  </a:lnTo>
                  <a:lnTo>
                    <a:pt x="5193438" y="2478171"/>
                  </a:lnTo>
                  <a:lnTo>
                    <a:pt x="5127083" y="2528971"/>
                  </a:lnTo>
                  <a:lnTo>
                    <a:pt x="5093346" y="2567071"/>
                  </a:lnTo>
                  <a:lnTo>
                    <a:pt x="5059241" y="2592471"/>
                  </a:lnTo>
                  <a:lnTo>
                    <a:pt x="4989937" y="2643271"/>
                  </a:lnTo>
                  <a:lnTo>
                    <a:pt x="4954745" y="2681371"/>
                  </a:lnTo>
                  <a:lnTo>
                    <a:pt x="4919197" y="2706771"/>
                  </a:lnTo>
                  <a:lnTo>
                    <a:pt x="4847049" y="2757571"/>
                  </a:lnTo>
                  <a:lnTo>
                    <a:pt x="4736244" y="2833771"/>
                  </a:lnTo>
                  <a:lnTo>
                    <a:pt x="4622419" y="2909971"/>
                  </a:lnTo>
                  <a:lnTo>
                    <a:pt x="4505662" y="2986171"/>
                  </a:lnTo>
                  <a:lnTo>
                    <a:pt x="4386064" y="3062371"/>
                  </a:lnTo>
                  <a:lnTo>
                    <a:pt x="4345582" y="3075071"/>
                  </a:lnTo>
                  <a:lnTo>
                    <a:pt x="4263713" y="3125871"/>
                  </a:lnTo>
                  <a:lnTo>
                    <a:pt x="4222334" y="3138571"/>
                  </a:lnTo>
                  <a:lnTo>
                    <a:pt x="4138700" y="3189371"/>
                  </a:lnTo>
                  <a:lnTo>
                    <a:pt x="4096453" y="3202071"/>
                  </a:lnTo>
                  <a:lnTo>
                    <a:pt x="4053923" y="3227471"/>
                  </a:lnTo>
                  <a:lnTo>
                    <a:pt x="4011114" y="3240171"/>
                  </a:lnTo>
                  <a:lnTo>
                    <a:pt x="3968028" y="3265571"/>
                  </a:lnTo>
                  <a:lnTo>
                    <a:pt x="3924670" y="3278271"/>
                  </a:lnTo>
                  <a:lnTo>
                    <a:pt x="3881043" y="3303671"/>
                  </a:lnTo>
                  <a:lnTo>
                    <a:pt x="3792993" y="3329071"/>
                  </a:lnTo>
                  <a:lnTo>
                    <a:pt x="3748578" y="3354471"/>
                  </a:lnTo>
                  <a:lnTo>
                    <a:pt x="3658981" y="3379871"/>
                  </a:lnTo>
                  <a:lnTo>
                    <a:pt x="3613807" y="3405271"/>
                  </a:lnTo>
                  <a:lnTo>
                    <a:pt x="3053461" y="3557671"/>
                  </a:lnTo>
                  <a:close/>
                </a:path>
                <a:path w="6373495" h="3646804">
                  <a:moveTo>
                    <a:pt x="2908505" y="3583071"/>
                  </a:moveTo>
                  <a:lnTo>
                    <a:pt x="1204104" y="3583071"/>
                  </a:lnTo>
                  <a:lnTo>
                    <a:pt x="1107265" y="3557671"/>
                  </a:lnTo>
                  <a:lnTo>
                    <a:pt x="3005344" y="3557671"/>
                  </a:lnTo>
                  <a:lnTo>
                    <a:pt x="2908505" y="3583071"/>
                  </a:lnTo>
                  <a:close/>
                </a:path>
                <a:path w="6373495" h="3646804">
                  <a:moveTo>
                    <a:pt x="2761780" y="3608471"/>
                  </a:moveTo>
                  <a:lnTo>
                    <a:pt x="1350829" y="3608471"/>
                  </a:lnTo>
                  <a:lnTo>
                    <a:pt x="1252820" y="3583071"/>
                  </a:lnTo>
                  <a:lnTo>
                    <a:pt x="2859789" y="3583071"/>
                  </a:lnTo>
                  <a:lnTo>
                    <a:pt x="2761780" y="3608471"/>
                  </a:lnTo>
                  <a:close/>
                </a:path>
                <a:path w="6373495" h="3646804">
                  <a:moveTo>
                    <a:pt x="2663026" y="3621171"/>
                  </a:moveTo>
                  <a:lnTo>
                    <a:pt x="1449584" y="3621171"/>
                  </a:lnTo>
                  <a:lnTo>
                    <a:pt x="1400115" y="3608471"/>
                  </a:lnTo>
                  <a:lnTo>
                    <a:pt x="2712495" y="3608471"/>
                  </a:lnTo>
                  <a:lnTo>
                    <a:pt x="2663026" y="3621171"/>
                  </a:lnTo>
                  <a:close/>
                </a:path>
                <a:path w="6373495" h="3646804">
                  <a:moveTo>
                    <a:pt x="2513552" y="3633871"/>
                  </a:moveTo>
                  <a:lnTo>
                    <a:pt x="1599058" y="3633871"/>
                  </a:lnTo>
                  <a:lnTo>
                    <a:pt x="1549058" y="3621171"/>
                  </a:lnTo>
                  <a:lnTo>
                    <a:pt x="2563551" y="3621171"/>
                  </a:lnTo>
                  <a:lnTo>
                    <a:pt x="2513552" y="3633871"/>
                  </a:lnTo>
                  <a:close/>
                </a:path>
                <a:path w="6373495" h="3646804">
                  <a:moveTo>
                    <a:pt x="2413046" y="3646571"/>
                  </a:moveTo>
                  <a:lnTo>
                    <a:pt x="1699563" y="3646571"/>
                  </a:lnTo>
                  <a:lnTo>
                    <a:pt x="1649227" y="3633871"/>
                  </a:lnTo>
                  <a:lnTo>
                    <a:pt x="2463382" y="3633871"/>
                  </a:lnTo>
                  <a:lnTo>
                    <a:pt x="2413046" y="3646571"/>
                  </a:lnTo>
                  <a:close/>
                </a:path>
              </a:pathLst>
            </a:custGeom>
            <a:solidFill>
              <a:srgbClr val="1B5738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 descr=""/>
          <p:cNvSpPr/>
          <p:nvPr/>
        </p:nvSpPr>
        <p:spPr>
          <a:xfrm>
            <a:off x="7682713" y="1398332"/>
            <a:ext cx="9731375" cy="2441575"/>
          </a:xfrm>
          <a:custGeom>
            <a:avLst/>
            <a:gdLst/>
            <a:ahLst/>
            <a:cxnLst/>
            <a:rect l="l" t="t" r="r" b="b"/>
            <a:pathLst>
              <a:path w="9731375" h="2441575">
                <a:moveTo>
                  <a:pt x="595909" y="1142707"/>
                </a:moveTo>
                <a:lnTo>
                  <a:pt x="568045" y="1087386"/>
                </a:lnTo>
                <a:lnTo>
                  <a:pt x="538797" y="1052309"/>
                </a:lnTo>
                <a:lnTo>
                  <a:pt x="349021" y="862406"/>
                </a:lnTo>
                <a:lnTo>
                  <a:pt x="314744" y="839736"/>
                </a:lnTo>
                <a:lnTo>
                  <a:pt x="277266" y="833094"/>
                </a:lnTo>
                <a:lnTo>
                  <a:pt x="240779" y="840803"/>
                </a:lnTo>
                <a:lnTo>
                  <a:pt x="209511" y="861098"/>
                </a:lnTo>
                <a:lnTo>
                  <a:pt x="187655" y="892276"/>
                </a:lnTo>
                <a:lnTo>
                  <a:pt x="179438" y="932611"/>
                </a:lnTo>
                <a:lnTo>
                  <a:pt x="179438" y="1530845"/>
                </a:lnTo>
                <a:lnTo>
                  <a:pt x="187655" y="1571193"/>
                </a:lnTo>
                <a:lnTo>
                  <a:pt x="209511" y="1602359"/>
                </a:lnTo>
                <a:lnTo>
                  <a:pt x="217385" y="1607477"/>
                </a:lnTo>
                <a:lnTo>
                  <a:pt x="339305" y="1607477"/>
                </a:lnTo>
                <a:lnTo>
                  <a:pt x="538797" y="1411274"/>
                </a:lnTo>
                <a:lnTo>
                  <a:pt x="568045" y="1376045"/>
                </a:lnTo>
                <a:lnTo>
                  <a:pt x="589991" y="1337284"/>
                </a:lnTo>
                <a:lnTo>
                  <a:pt x="595909" y="1320584"/>
                </a:lnTo>
                <a:lnTo>
                  <a:pt x="595909" y="1142707"/>
                </a:lnTo>
                <a:close/>
              </a:path>
              <a:path w="9731375" h="2441575">
                <a:moveTo>
                  <a:pt x="9731184" y="1179766"/>
                </a:moveTo>
                <a:lnTo>
                  <a:pt x="8604606" y="225374"/>
                </a:lnTo>
                <a:lnTo>
                  <a:pt x="571131" y="225374"/>
                </a:lnTo>
                <a:lnTo>
                  <a:pt x="405599" y="59893"/>
                </a:lnTo>
                <a:lnTo>
                  <a:pt x="367792" y="29946"/>
                </a:lnTo>
                <a:lnTo>
                  <a:pt x="325577" y="9982"/>
                </a:lnTo>
                <a:lnTo>
                  <a:pt x="280720" y="0"/>
                </a:lnTo>
                <a:lnTo>
                  <a:pt x="234975" y="0"/>
                </a:lnTo>
                <a:lnTo>
                  <a:pt x="190131" y="9982"/>
                </a:lnTo>
                <a:lnTo>
                  <a:pt x="147942" y="29946"/>
                </a:lnTo>
                <a:lnTo>
                  <a:pt x="110185" y="59893"/>
                </a:lnTo>
                <a:lnTo>
                  <a:pt x="0" y="170091"/>
                </a:lnTo>
                <a:lnTo>
                  <a:pt x="914095" y="1084313"/>
                </a:lnTo>
                <a:lnTo>
                  <a:pt x="944041" y="1122070"/>
                </a:lnTo>
                <a:lnTo>
                  <a:pt x="964006" y="1164272"/>
                </a:lnTo>
                <a:lnTo>
                  <a:pt x="974001" y="1209141"/>
                </a:lnTo>
                <a:lnTo>
                  <a:pt x="974001" y="1254899"/>
                </a:lnTo>
                <a:lnTo>
                  <a:pt x="964006" y="1299756"/>
                </a:lnTo>
                <a:lnTo>
                  <a:pt x="944041" y="1341958"/>
                </a:lnTo>
                <a:lnTo>
                  <a:pt x="914095" y="1379715"/>
                </a:lnTo>
                <a:lnTo>
                  <a:pt x="0" y="2294598"/>
                </a:lnTo>
                <a:lnTo>
                  <a:pt x="110058" y="2404783"/>
                </a:lnTo>
                <a:lnTo>
                  <a:pt x="147853" y="2434539"/>
                </a:lnTo>
                <a:lnTo>
                  <a:pt x="161632" y="2441016"/>
                </a:lnTo>
                <a:lnTo>
                  <a:pt x="353949" y="2441016"/>
                </a:lnTo>
                <a:lnTo>
                  <a:pt x="367715" y="2434539"/>
                </a:lnTo>
                <a:lnTo>
                  <a:pt x="405460" y="2404783"/>
                </a:lnTo>
                <a:lnTo>
                  <a:pt x="1430274" y="1379715"/>
                </a:lnTo>
                <a:lnTo>
                  <a:pt x="1430401" y="1379715"/>
                </a:lnTo>
                <a:lnTo>
                  <a:pt x="1460347" y="1341958"/>
                </a:lnTo>
                <a:lnTo>
                  <a:pt x="1480324" y="1299756"/>
                </a:lnTo>
                <a:lnTo>
                  <a:pt x="1488655" y="1262049"/>
                </a:lnTo>
                <a:lnTo>
                  <a:pt x="1488655" y="1201991"/>
                </a:lnTo>
                <a:lnTo>
                  <a:pt x="1480324" y="1164272"/>
                </a:lnTo>
                <a:lnTo>
                  <a:pt x="1460347" y="1122070"/>
                </a:lnTo>
                <a:lnTo>
                  <a:pt x="1430401" y="1084313"/>
                </a:lnTo>
                <a:lnTo>
                  <a:pt x="572744" y="226987"/>
                </a:lnTo>
                <a:lnTo>
                  <a:pt x="1611934" y="1084376"/>
                </a:lnTo>
                <a:lnTo>
                  <a:pt x="1644256" y="1117015"/>
                </a:lnTo>
                <a:lnTo>
                  <a:pt x="1667510" y="1153337"/>
                </a:lnTo>
                <a:lnTo>
                  <a:pt x="1681556" y="1192110"/>
                </a:lnTo>
                <a:lnTo>
                  <a:pt x="1686267" y="1232077"/>
                </a:lnTo>
                <a:lnTo>
                  <a:pt x="1681670" y="1271968"/>
                </a:lnTo>
                <a:lnTo>
                  <a:pt x="1667802" y="1310614"/>
                </a:lnTo>
                <a:lnTo>
                  <a:pt x="1644586" y="1346923"/>
                </a:lnTo>
                <a:lnTo>
                  <a:pt x="1611934" y="1379778"/>
                </a:lnTo>
                <a:lnTo>
                  <a:pt x="629373" y="2191067"/>
                </a:lnTo>
                <a:lnTo>
                  <a:pt x="8660333" y="2191067"/>
                </a:lnTo>
                <a:lnTo>
                  <a:pt x="9731184" y="1284363"/>
                </a:lnTo>
                <a:lnTo>
                  <a:pt x="9731184" y="1179766"/>
                </a:lnTo>
                <a:close/>
              </a:path>
            </a:pathLst>
          </a:custGeom>
          <a:solidFill>
            <a:srgbClr val="1B573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 descr=""/>
          <p:cNvSpPr/>
          <p:nvPr/>
        </p:nvSpPr>
        <p:spPr>
          <a:xfrm>
            <a:off x="4605159" y="4344987"/>
            <a:ext cx="9781540" cy="2442845"/>
          </a:xfrm>
          <a:custGeom>
            <a:avLst/>
            <a:gdLst/>
            <a:ahLst/>
            <a:cxnLst/>
            <a:rect l="l" t="t" r="r" b="b"/>
            <a:pathLst>
              <a:path w="9781540" h="2442845">
                <a:moveTo>
                  <a:pt x="9152712" y="225513"/>
                </a:moveTo>
                <a:lnTo>
                  <a:pt x="1200086" y="225513"/>
                </a:lnTo>
                <a:lnTo>
                  <a:pt x="0" y="1231569"/>
                </a:lnTo>
                <a:lnTo>
                  <a:pt x="1143393" y="2191194"/>
                </a:lnTo>
                <a:lnTo>
                  <a:pt x="9152712" y="2191194"/>
                </a:lnTo>
                <a:lnTo>
                  <a:pt x="9152712" y="2188311"/>
                </a:lnTo>
                <a:lnTo>
                  <a:pt x="8185505" y="1379918"/>
                </a:lnTo>
                <a:lnTo>
                  <a:pt x="8153222" y="1347279"/>
                </a:lnTo>
                <a:lnTo>
                  <a:pt x="8130006" y="1310957"/>
                </a:lnTo>
                <a:lnTo>
                  <a:pt x="8115973" y="1272184"/>
                </a:lnTo>
                <a:lnTo>
                  <a:pt x="8111274" y="1232217"/>
                </a:lnTo>
                <a:lnTo>
                  <a:pt x="8111350" y="1231569"/>
                </a:lnTo>
                <a:lnTo>
                  <a:pt x="8115884" y="1192326"/>
                </a:lnTo>
                <a:lnTo>
                  <a:pt x="8129765" y="1153680"/>
                </a:lnTo>
                <a:lnTo>
                  <a:pt x="8152955" y="1117371"/>
                </a:lnTo>
                <a:lnTo>
                  <a:pt x="8185505" y="1084516"/>
                </a:lnTo>
                <a:lnTo>
                  <a:pt x="9152712" y="275704"/>
                </a:lnTo>
                <a:lnTo>
                  <a:pt x="9152712" y="225513"/>
                </a:lnTo>
                <a:close/>
              </a:path>
              <a:path w="9781540" h="2442845">
                <a:moveTo>
                  <a:pt x="9587039" y="879322"/>
                </a:moveTo>
                <a:lnTo>
                  <a:pt x="9574365" y="861237"/>
                </a:lnTo>
                <a:lnTo>
                  <a:pt x="9543085" y="840943"/>
                </a:lnTo>
                <a:lnTo>
                  <a:pt x="9506598" y="833234"/>
                </a:lnTo>
                <a:lnTo>
                  <a:pt x="9469120" y="839876"/>
                </a:lnTo>
                <a:lnTo>
                  <a:pt x="9434855" y="862545"/>
                </a:lnTo>
                <a:lnTo>
                  <a:pt x="9245079" y="1052449"/>
                </a:lnTo>
                <a:lnTo>
                  <a:pt x="9215628" y="1087666"/>
                </a:lnTo>
                <a:lnTo>
                  <a:pt x="9193543" y="1126375"/>
                </a:lnTo>
                <a:lnTo>
                  <a:pt x="9178823" y="1167599"/>
                </a:lnTo>
                <a:lnTo>
                  <a:pt x="9171457" y="1210322"/>
                </a:lnTo>
                <a:lnTo>
                  <a:pt x="9171457" y="1253540"/>
                </a:lnTo>
                <a:lnTo>
                  <a:pt x="9178823" y="1296263"/>
                </a:lnTo>
                <a:lnTo>
                  <a:pt x="9193543" y="1337487"/>
                </a:lnTo>
                <a:lnTo>
                  <a:pt x="9215628" y="1376197"/>
                </a:lnTo>
                <a:lnTo>
                  <a:pt x="9245079" y="1411414"/>
                </a:lnTo>
                <a:lnTo>
                  <a:pt x="9434855" y="1601317"/>
                </a:lnTo>
                <a:lnTo>
                  <a:pt x="9444368" y="1607616"/>
                </a:lnTo>
                <a:lnTo>
                  <a:pt x="9566681" y="1607616"/>
                </a:lnTo>
                <a:lnTo>
                  <a:pt x="9574365" y="1602625"/>
                </a:lnTo>
                <a:lnTo>
                  <a:pt x="9587039" y="1584540"/>
                </a:lnTo>
                <a:lnTo>
                  <a:pt x="9587039" y="879322"/>
                </a:lnTo>
                <a:close/>
              </a:path>
              <a:path w="9781540" h="2442845">
                <a:moveTo>
                  <a:pt x="9781248" y="167360"/>
                </a:moveTo>
                <a:lnTo>
                  <a:pt x="9673412" y="59512"/>
                </a:lnTo>
                <a:lnTo>
                  <a:pt x="9635604" y="29756"/>
                </a:lnTo>
                <a:lnTo>
                  <a:pt x="9593389" y="9918"/>
                </a:lnTo>
                <a:lnTo>
                  <a:pt x="9548520" y="0"/>
                </a:lnTo>
                <a:lnTo>
                  <a:pt x="9502762" y="0"/>
                </a:lnTo>
                <a:lnTo>
                  <a:pt x="9457893" y="9918"/>
                </a:lnTo>
                <a:lnTo>
                  <a:pt x="9415666" y="29756"/>
                </a:lnTo>
                <a:lnTo>
                  <a:pt x="9377870" y="59512"/>
                </a:lnTo>
                <a:lnTo>
                  <a:pt x="8352676" y="1084580"/>
                </a:lnTo>
                <a:lnTo>
                  <a:pt x="8322919" y="1122349"/>
                </a:lnTo>
                <a:lnTo>
                  <a:pt x="8303069" y="1164539"/>
                </a:lnTo>
                <a:lnTo>
                  <a:pt x="8293151" y="1209255"/>
                </a:lnTo>
                <a:lnTo>
                  <a:pt x="8293214" y="1255166"/>
                </a:lnTo>
                <a:lnTo>
                  <a:pt x="8303069" y="1299629"/>
                </a:lnTo>
                <a:lnTo>
                  <a:pt x="8322919" y="1341742"/>
                </a:lnTo>
                <a:lnTo>
                  <a:pt x="8352676" y="1379461"/>
                </a:lnTo>
                <a:lnTo>
                  <a:pt x="9377870" y="2404402"/>
                </a:lnTo>
                <a:lnTo>
                  <a:pt x="9415666" y="2434348"/>
                </a:lnTo>
                <a:lnTo>
                  <a:pt x="9432607" y="2442362"/>
                </a:lnTo>
                <a:lnTo>
                  <a:pt x="9618662" y="2442362"/>
                </a:lnTo>
                <a:lnTo>
                  <a:pt x="9635604" y="2434348"/>
                </a:lnTo>
                <a:lnTo>
                  <a:pt x="9673412" y="2404402"/>
                </a:lnTo>
                <a:lnTo>
                  <a:pt x="9781248" y="2296566"/>
                </a:lnTo>
                <a:lnTo>
                  <a:pt x="9781248" y="2291854"/>
                </a:lnTo>
                <a:lnTo>
                  <a:pt x="8869121" y="1379982"/>
                </a:lnTo>
                <a:lnTo>
                  <a:pt x="8839111" y="1342224"/>
                </a:lnTo>
                <a:lnTo>
                  <a:pt x="8819121" y="1300022"/>
                </a:lnTo>
                <a:lnTo>
                  <a:pt x="8819032" y="1299629"/>
                </a:lnTo>
                <a:lnTo>
                  <a:pt x="8809114" y="1255166"/>
                </a:lnTo>
                <a:lnTo>
                  <a:pt x="8809152" y="1209255"/>
                </a:lnTo>
                <a:lnTo>
                  <a:pt x="8819121" y="1164539"/>
                </a:lnTo>
                <a:lnTo>
                  <a:pt x="8839111" y="1122349"/>
                </a:lnTo>
                <a:lnTo>
                  <a:pt x="8869121" y="1084580"/>
                </a:lnTo>
                <a:lnTo>
                  <a:pt x="9781248" y="172059"/>
                </a:lnTo>
                <a:lnTo>
                  <a:pt x="9781248" y="167360"/>
                </a:lnTo>
                <a:close/>
              </a:path>
            </a:pathLst>
          </a:custGeom>
          <a:solidFill>
            <a:srgbClr val="387D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 descr=""/>
          <p:cNvSpPr/>
          <p:nvPr/>
        </p:nvSpPr>
        <p:spPr>
          <a:xfrm>
            <a:off x="3113684" y="7232827"/>
            <a:ext cx="9700895" cy="2441575"/>
          </a:xfrm>
          <a:custGeom>
            <a:avLst/>
            <a:gdLst/>
            <a:ahLst/>
            <a:cxnLst/>
            <a:rect l="l" t="t" r="r" b="b"/>
            <a:pathLst>
              <a:path w="9700895" h="2441575">
                <a:moveTo>
                  <a:pt x="595909" y="1142707"/>
                </a:moveTo>
                <a:lnTo>
                  <a:pt x="568045" y="1087386"/>
                </a:lnTo>
                <a:lnTo>
                  <a:pt x="538797" y="1052309"/>
                </a:lnTo>
                <a:lnTo>
                  <a:pt x="349021" y="862406"/>
                </a:lnTo>
                <a:lnTo>
                  <a:pt x="314756" y="839736"/>
                </a:lnTo>
                <a:lnTo>
                  <a:pt x="277266" y="833107"/>
                </a:lnTo>
                <a:lnTo>
                  <a:pt x="240779" y="840803"/>
                </a:lnTo>
                <a:lnTo>
                  <a:pt x="209511" y="861098"/>
                </a:lnTo>
                <a:lnTo>
                  <a:pt x="187655" y="892276"/>
                </a:lnTo>
                <a:lnTo>
                  <a:pt x="179438" y="932611"/>
                </a:lnTo>
                <a:lnTo>
                  <a:pt x="179438" y="1530845"/>
                </a:lnTo>
                <a:lnTo>
                  <a:pt x="187655" y="1571193"/>
                </a:lnTo>
                <a:lnTo>
                  <a:pt x="209511" y="1602371"/>
                </a:lnTo>
                <a:lnTo>
                  <a:pt x="217385" y="1607477"/>
                </a:lnTo>
                <a:lnTo>
                  <a:pt x="339305" y="1607477"/>
                </a:lnTo>
                <a:lnTo>
                  <a:pt x="538797" y="1411274"/>
                </a:lnTo>
                <a:lnTo>
                  <a:pt x="568045" y="1376045"/>
                </a:lnTo>
                <a:lnTo>
                  <a:pt x="589991" y="1337284"/>
                </a:lnTo>
                <a:lnTo>
                  <a:pt x="595909" y="1320584"/>
                </a:lnTo>
                <a:lnTo>
                  <a:pt x="595909" y="1142707"/>
                </a:lnTo>
                <a:close/>
              </a:path>
              <a:path w="9700895" h="2441575">
                <a:moveTo>
                  <a:pt x="9700476" y="1183170"/>
                </a:moveTo>
                <a:lnTo>
                  <a:pt x="8573960" y="225374"/>
                </a:lnTo>
                <a:lnTo>
                  <a:pt x="571131" y="225374"/>
                </a:lnTo>
                <a:lnTo>
                  <a:pt x="405599" y="59905"/>
                </a:lnTo>
                <a:lnTo>
                  <a:pt x="367792" y="29946"/>
                </a:lnTo>
                <a:lnTo>
                  <a:pt x="325577" y="9982"/>
                </a:lnTo>
                <a:lnTo>
                  <a:pt x="280720" y="0"/>
                </a:lnTo>
                <a:lnTo>
                  <a:pt x="234975" y="0"/>
                </a:lnTo>
                <a:lnTo>
                  <a:pt x="190131" y="9982"/>
                </a:lnTo>
                <a:lnTo>
                  <a:pt x="147942" y="29946"/>
                </a:lnTo>
                <a:lnTo>
                  <a:pt x="110185" y="59905"/>
                </a:lnTo>
                <a:lnTo>
                  <a:pt x="0" y="170091"/>
                </a:lnTo>
                <a:lnTo>
                  <a:pt x="914095" y="1084313"/>
                </a:lnTo>
                <a:lnTo>
                  <a:pt x="944041" y="1122070"/>
                </a:lnTo>
                <a:lnTo>
                  <a:pt x="964006" y="1164272"/>
                </a:lnTo>
                <a:lnTo>
                  <a:pt x="974001" y="1209141"/>
                </a:lnTo>
                <a:lnTo>
                  <a:pt x="974001" y="1254899"/>
                </a:lnTo>
                <a:lnTo>
                  <a:pt x="964006" y="1299756"/>
                </a:lnTo>
                <a:lnTo>
                  <a:pt x="944041" y="1341958"/>
                </a:lnTo>
                <a:lnTo>
                  <a:pt x="914095" y="1379715"/>
                </a:lnTo>
                <a:lnTo>
                  <a:pt x="0" y="2294598"/>
                </a:lnTo>
                <a:lnTo>
                  <a:pt x="110058" y="2404783"/>
                </a:lnTo>
                <a:lnTo>
                  <a:pt x="147853" y="2434552"/>
                </a:lnTo>
                <a:lnTo>
                  <a:pt x="161632" y="2441016"/>
                </a:lnTo>
                <a:lnTo>
                  <a:pt x="353949" y="2441016"/>
                </a:lnTo>
                <a:lnTo>
                  <a:pt x="367715" y="2434552"/>
                </a:lnTo>
                <a:lnTo>
                  <a:pt x="405472" y="2404783"/>
                </a:lnTo>
                <a:lnTo>
                  <a:pt x="1430274" y="1379715"/>
                </a:lnTo>
                <a:lnTo>
                  <a:pt x="1430401" y="1379715"/>
                </a:lnTo>
                <a:lnTo>
                  <a:pt x="1460347" y="1341958"/>
                </a:lnTo>
                <a:lnTo>
                  <a:pt x="1480324" y="1299756"/>
                </a:lnTo>
                <a:lnTo>
                  <a:pt x="1488655" y="1262291"/>
                </a:lnTo>
                <a:lnTo>
                  <a:pt x="1488655" y="1201750"/>
                </a:lnTo>
                <a:lnTo>
                  <a:pt x="1480324" y="1164272"/>
                </a:lnTo>
                <a:lnTo>
                  <a:pt x="1460347" y="1122070"/>
                </a:lnTo>
                <a:lnTo>
                  <a:pt x="1430401" y="1084313"/>
                </a:lnTo>
                <a:lnTo>
                  <a:pt x="572719" y="226974"/>
                </a:lnTo>
                <a:lnTo>
                  <a:pt x="1607959" y="1084376"/>
                </a:lnTo>
                <a:lnTo>
                  <a:pt x="1640166" y="1117015"/>
                </a:lnTo>
                <a:lnTo>
                  <a:pt x="1663331" y="1153337"/>
                </a:lnTo>
                <a:lnTo>
                  <a:pt x="1677314" y="1192110"/>
                </a:lnTo>
                <a:lnTo>
                  <a:pt x="1682013" y="1232077"/>
                </a:lnTo>
                <a:lnTo>
                  <a:pt x="1677428" y="1271968"/>
                </a:lnTo>
                <a:lnTo>
                  <a:pt x="1663623" y="1310614"/>
                </a:lnTo>
                <a:lnTo>
                  <a:pt x="1640497" y="1346923"/>
                </a:lnTo>
                <a:lnTo>
                  <a:pt x="1607959" y="1379778"/>
                </a:lnTo>
                <a:lnTo>
                  <a:pt x="629158" y="2191067"/>
                </a:lnTo>
                <a:lnTo>
                  <a:pt x="8629485" y="2191067"/>
                </a:lnTo>
                <a:lnTo>
                  <a:pt x="9700476" y="1280960"/>
                </a:lnTo>
                <a:lnTo>
                  <a:pt x="9700476" y="1183170"/>
                </a:lnTo>
                <a:close/>
              </a:path>
            </a:pathLst>
          </a:custGeom>
          <a:solidFill>
            <a:srgbClr val="1B5738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2" name="object 12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388071" y="2096773"/>
            <a:ext cx="1114424" cy="1076324"/>
          </a:xfrm>
          <a:prstGeom prst="rect">
            <a:avLst/>
          </a:prstGeom>
        </p:spPr>
      </p:pic>
      <p:pic>
        <p:nvPicPr>
          <p:cNvPr id="13" name="object 13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1312310" y="4911243"/>
            <a:ext cx="1295399" cy="1171574"/>
          </a:xfrm>
          <a:prstGeom prst="rect">
            <a:avLst/>
          </a:prstGeom>
        </p:spPr>
      </p:pic>
      <p:pic>
        <p:nvPicPr>
          <p:cNvPr id="14" name="object 14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4916677" y="7792702"/>
            <a:ext cx="838199" cy="1247774"/>
          </a:xfrm>
          <a:prstGeom prst="rect">
            <a:avLst/>
          </a:prstGeom>
        </p:spPr>
      </p:pic>
      <p:sp>
        <p:nvSpPr>
          <p:cNvPr id="15" name="object 15"/>
          <p:cNvSpPr txBox="1">
            <a:spLocks noGrp="1"/>
          </p:cNvSpPr>
          <p:nvPr>
            <p:ph type="title"/>
          </p:nvPr>
        </p:nvSpPr>
        <p:spPr>
          <a:xfrm>
            <a:off x="147171" y="807153"/>
            <a:ext cx="5382895" cy="12446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0" spc="950"/>
              <a:t>Overvie</a:t>
            </a:r>
            <a:r>
              <a:rPr dirty="0" sz="8000" spc="170"/>
              <a:t>w</a:t>
            </a:r>
            <a:endParaRPr sz="8000"/>
          </a:p>
        </p:txBody>
      </p:sp>
      <p:sp>
        <p:nvSpPr>
          <p:cNvPr id="16" name="object 16" descr=""/>
          <p:cNvSpPr txBox="1"/>
          <p:nvPr/>
        </p:nvSpPr>
        <p:spPr>
          <a:xfrm>
            <a:off x="10612115" y="1745120"/>
            <a:ext cx="5926455" cy="15494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114935">
              <a:lnSpc>
                <a:spcPct val="113599"/>
              </a:lnSpc>
              <a:spcBef>
                <a:spcPts val="100"/>
              </a:spcBef>
            </a:pPr>
            <a:r>
              <a:rPr dirty="0" sz="2200" spc="240">
                <a:solidFill>
                  <a:srgbClr val="FFFFFF"/>
                </a:solidFill>
                <a:latin typeface="Lucida Sans Unicode"/>
                <a:cs typeface="Lucida Sans Unicode"/>
              </a:rPr>
              <a:t>Green</a:t>
            </a:r>
            <a:r>
              <a:rPr dirty="0" sz="2200" spc="32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200" spc="220">
                <a:solidFill>
                  <a:srgbClr val="FFFFFF"/>
                </a:solidFill>
                <a:latin typeface="Lucida Sans Unicode"/>
                <a:cs typeface="Lucida Sans Unicode"/>
              </a:rPr>
              <a:t>Chef</a:t>
            </a:r>
            <a:r>
              <a:rPr dirty="0" sz="2200" spc="33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200" spc="65">
                <a:solidFill>
                  <a:srgbClr val="FFFFFF"/>
                </a:solidFill>
                <a:latin typeface="Lucida Sans Unicode"/>
                <a:cs typeface="Lucida Sans Unicode"/>
              </a:rPr>
              <a:t>is</a:t>
            </a:r>
            <a:r>
              <a:rPr dirty="0" sz="2200" spc="32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200" spc="190">
                <a:solidFill>
                  <a:srgbClr val="FFFFFF"/>
                </a:solidFill>
                <a:latin typeface="Lucida Sans Unicode"/>
                <a:cs typeface="Lucida Sans Unicode"/>
              </a:rPr>
              <a:t>the</a:t>
            </a:r>
            <a:r>
              <a:rPr dirty="0" sz="2200" spc="33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200" spc="254">
                <a:solidFill>
                  <a:srgbClr val="FFFFFF"/>
                </a:solidFill>
                <a:latin typeface="Lucida Sans Unicode"/>
                <a:cs typeface="Lucida Sans Unicode"/>
              </a:rPr>
              <a:t>premium</a:t>
            </a:r>
            <a:r>
              <a:rPr dirty="0" sz="2200" spc="33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200" spc="240">
                <a:solidFill>
                  <a:srgbClr val="FFFFFF"/>
                </a:solidFill>
                <a:latin typeface="Lucida Sans Unicode"/>
                <a:cs typeface="Lucida Sans Unicode"/>
              </a:rPr>
              <a:t>organic </a:t>
            </a:r>
            <a:r>
              <a:rPr dirty="0" sz="2200" spc="285">
                <a:solidFill>
                  <a:srgbClr val="FFFFFF"/>
                </a:solidFill>
                <a:latin typeface="Lucida Sans Unicode"/>
                <a:cs typeface="Lucida Sans Unicode"/>
              </a:rPr>
              <a:t>meal</a:t>
            </a:r>
            <a:r>
              <a:rPr dirty="0" sz="2200" spc="34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200">
                <a:solidFill>
                  <a:srgbClr val="FFFFFF"/>
                </a:solidFill>
                <a:latin typeface="Lucida Sans Unicode"/>
                <a:cs typeface="Lucida Sans Unicode"/>
              </a:rPr>
              <a:t>kit.</a:t>
            </a:r>
            <a:r>
              <a:rPr dirty="0" sz="2200" spc="35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200">
                <a:solidFill>
                  <a:srgbClr val="FFFFFF"/>
                </a:solidFill>
                <a:latin typeface="Lucida Sans Unicode"/>
                <a:cs typeface="Lucida Sans Unicode"/>
              </a:rPr>
              <a:t>75</a:t>
            </a:r>
            <a:r>
              <a:rPr dirty="0" sz="2200" spc="-47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200" spc="190">
                <a:solidFill>
                  <a:srgbClr val="FFFFFF"/>
                </a:solidFill>
                <a:latin typeface="Lucida Sans Unicode"/>
                <a:cs typeface="Lucida Sans Unicode"/>
              </a:rPr>
              <a:t>%</a:t>
            </a:r>
            <a:r>
              <a:rPr dirty="0" sz="2200" spc="35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200" spc="85">
                <a:solidFill>
                  <a:srgbClr val="FFFFFF"/>
                </a:solidFill>
                <a:latin typeface="Lucida Sans Unicode"/>
                <a:cs typeface="Lucida Sans Unicode"/>
              </a:rPr>
              <a:t>of</a:t>
            </a:r>
            <a:r>
              <a:rPr dirty="0" sz="2200" spc="35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200" spc="254">
                <a:solidFill>
                  <a:srgbClr val="FFFFFF"/>
                </a:solidFill>
                <a:latin typeface="Lucida Sans Unicode"/>
                <a:cs typeface="Lucida Sans Unicode"/>
              </a:rPr>
              <a:t>customers</a:t>
            </a:r>
            <a:r>
              <a:rPr dirty="0" sz="2200" spc="34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200" spc="225">
                <a:solidFill>
                  <a:srgbClr val="FFFFFF"/>
                </a:solidFill>
                <a:latin typeface="Lucida Sans Unicode"/>
                <a:cs typeface="Lucida Sans Unicode"/>
              </a:rPr>
              <a:t>are</a:t>
            </a:r>
            <a:endParaRPr sz="2200">
              <a:latin typeface="Lucida Sans Unicode"/>
              <a:cs typeface="Lucida Sans Unicode"/>
            </a:endParaRPr>
          </a:p>
          <a:p>
            <a:pPr marL="12700">
              <a:lnSpc>
                <a:spcPct val="100000"/>
              </a:lnSpc>
              <a:spcBef>
                <a:spcPts val="360"/>
              </a:spcBef>
            </a:pPr>
            <a:r>
              <a:rPr dirty="0" sz="2200" spc="225">
                <a:solidFill>
                  <a:srgbClr val="FFFFFF"/>
                </a:solidFill>
                <a:latin typeface="Lucida Sans Unicode"/>
                <a:cs typeface="Lucida Sans Unicode"/>
              </a:rPr>
              <a:t>sustainability</a:t>
            </a:r>
            <a:r>
              <a:rPr dirty="0" sz="2200" spc="34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200" spc="220">
                <a:solidFill>
                  <a:srgbClr val="FFFFFF"/>
                </a:solidFill>
                <a:latin typeface="Lucida Sans Unicode"/>
                <a:cs typeface="Lucida Sans Unicode"/>
              </a:rPr>
              <a:t>conscious.</a:t>
            </a:r>
            <a:r>
              <a:rPr dirty="0" sz="2200" spc="34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200" spc="170">
                <a:solidFill>
                  <a:srgbClr val="FFFFFF"/>
                </a:solidFill>
                <a:latin typeface="Lucida Sans Unicode"/>
                <a:cs typeface="Lucida Sans Unicode"/>
              </a:rPr>
              <a:t>But</a:t>
            </a:r>
            <a:r>
              <a:rPr dirty="0" sz="2200" spc="34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200" spc="204">
                <a:solidFill>
                  <a:srgbClr val="FFFFFF"/>
                </a:solidFill>
                <a:latin typeface="Lucida Sans Unicode"/>
                <a:cs typeface="Lucida Sans Unicode"/>
              </a:rPr>
              <a:t>most</a:t>
            </a:r>
            <a:endParaRPr sz="2200">
              <a:latin typeface="Lucida Sans Unicode"/>
              <a:cs typeface="Lucida Sans Unicode"/>
            </a:endParaRPr>
          </a:p>
          <a:p>
            <a:pPr marL="12700">
              <a:lnSpc>
                <a:spcPct val="100000"/>
              </a:lnSpc>
              <a:spcBef>
                <a:spcPts val="360"/>
              </a:spcBef>
            </a:pPr>
            <a:r>
              <a:rPr dirty="0" sz="2200" spc="215">
                <a:solidFill>
                  <a:srgbClr val="FFFFFF"/>
                </a:solidFill>
                <a:latin typeface="Lucida Sans Unicode"/>
                <a:cs typeface="Lucida Sans Unicode"/>
              </a:rPr>
              <a:t>ingredient</a:t>
            </a:r>
            <a:r>
              <a:rPr dirty="0" sz="2200" spc="33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200" spc="280">
                <a:solidFill>
                  <a:srgbClr val="FFFFFF"/>
                </a:solidFill>
                <a:latin typeface="Lucida Sans Unicode"/>
                <a:cs typeface="Lucida Sans Unicode"/>
              </a:rPr>
              <a:t>packaging</a:t>
            </a:r>
            <a:r>
              <a:rPr dirty="0" sz="2200" spc="34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200" spc="65">
                <a:solidFill>
                  <a:srgbClr val="FFFFFF"/>
                </a:solidFill>
                <a:latin typeface="Lucida Sans Unicode"/>
                <a:cs typeface="Lucida Sans Unicode"/>
              </a:rPr>
              <a:t>is</a:t>
            </a:r>
            <a:r>
              <a:rPr dirty="0" sz="2200" spc="34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200" spc="110">
                <a:solidFill>
                  <a:srgbClr val="FFFFFF"/>
                </a:solidFill>
                <a:latin typeface="Lucida Sans Unicode"/>
                <a:cs typeface="Lucida Sans Unicode"/>
              </a:rPr>
              <a:t>still</a:t>
            </a:r>
            <a:r>
              <a:rPr dirty="0" sz="2200" spc="34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200" spc="190">
                <a:solidFill>
                  <a:srgbClr val="FFFFFF"/>
                </a:solidFill>
                <a:latin typeface="Lucida Sans Unicode"/>
                <a:cs typeface="Lucida Sans Unicode"/>
              </a:rPr>
              <a:t>plastic.</a:t>
            </a:r>
            <a:endParaRPr sz="2200">
              <a:latin typeface="Lucida Sans Unicode"/>
              <a:cs typeface="Lucida Sans Unicode"/>
            </a:endParaRPr>
          </a:p>
        </p:txBody>
      </p:sp>
      <p:sp>
        <p:nvSpPr>
          <p:cNvPr id="17" name="object 17" descr=""/>
          <p:cNvSpPr txBox="1"/>
          <p:nvPr/>
        </p:nvSpPr>
        <p:spPr>
          <a:xfrm>
            <a:off x="6520789" y="2153647"/>
            <a:ext cx="769620" cy="8794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5600" spc="-380">
                <a:solidFill>
                  <a:srgbClr val="231F20"/>
                </a:solidFill>
                <a:latin typeface="Lucida Sans Unicode"/>
                <a:cs typeface="Lucida Sans Unicode"/>
              </a:rPr>
              <a:t>0</a:t>
            </a:r>
            <a:r>
              <a:rPr dirty="0" sz="5600" spc="-925">
                <a:solidFill>
                  <a:srgbClr val="231F20"/>
                </a:solidFill>
                <a:latin typeface="Lucida Sans Unicode"/>
                <a:cs typeface="Lucida Sans Unicode"/>
              </a:rPr>
              <a:t>1</a:t>
            </a:r>
            <a:endParaRPr sz="5600">
              <a:latin typeface="Lucida Sans Unicode"/>
              <a:cs typeface="Lucida Sans Unicode"/>
            </a:endParaRPr>
          </a:p>
        </p:txBody>
      </p:sp>
      <p:sp>
        <p:nvSpPr>
          <p:cNvPr id="18" name="object 18" descr=""/>
          <p:cNvSpPr txBox="1"/>
          <p:nvPr/>
        </p:nvSpPr>
        <p:spPr>
          <a:xfrm>
            <a:off x="14537005" y="5067508"/>
            <a:ext cx="951230" cy="8794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5600" spc="345">
                <a:solidFill>
                  <a:srgbClr val="231F20"/>
                </a:solidFill>
                <a:latin typeface="Lucida Sans Unicode"/>
                <a:cs typeface="Lucida Sans Unicode"/>
              </a:rPr>
              <a:t>0</a:t>
            </a:r>
            <a:r>
              <a:rPr dirty="0" sz="5600" spc="-200">
                <a:solidFill>
                  <a:srgbClr val="231F20"/>
                </a:solidFill>
                <a:latin typeface="Lucida Sans Unicode"/>
                <a:cs typeface="Lucida Sans Unicode"/>
              </a:rPr>
              <a:t>2</a:t>
            </a:r>
            <a:endParaRPr sz="5600">
              <a:latin typeface="Lucida Sans Unicode"/>
              <a:cs typeface="Lucida Sans Unicode"/>
            </a:endParaRPr>
          </a:p>
        </p:txBody>
      </p:sp>
      <p:sp>
        <p:nvSpPr>
          <p:cNvPr id="19" name="object 19" descr=""/>
          <p:cNvSpPr txBox="1"/>
          <p:nvPr/>
        </p:nvSpPr>
        <p:spPr>
          <a:xfrm>
            <a:off x="5948536" y="7602615"/>
            <a:ext cx="5149215" cy="15494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3599"/>
              </a:lnSpc>
              <a:spcBef>
                <a:spcPts val="100"/>
              </a:spcBef>
            </a:pPr>
            <a:r>
              <a:rPr dirty="0" sz="2200" spc="160">
                <a:solidFill>
                  <a:srgbClr val="FFFFFF"/>
                </a:solidFill>
                <a:latin typeface="Lucida Sans Unicode"/>
                <a:cs typeface="Lucida Sans Unicode"/>
              </a:rPr>
              <a:t>How</a:t>
            </a:r>
            <a:r>
              <a:rPr dirty="0" sz="2200" spc="33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200" spc="235">
                <a:solidFill>
                  <a:srgbClr val="FFFFFF"/>
                </a:solidFill>
                <a:latin typeface="Lucida Sans Unicode"/>
                <a:cs typeface="Lucida Sans Unicode"/>
              </a:rPr>
              <a:t>does</a:t>
            </a:r>
            <a:r>
              <a:rPr dirty="0" sz="2200" spc="33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200" spc="240">
                <a:solidFill>
                  <a:srgbClr val="FFFFFF"/>
                </a:solidFill>
                <a:latin typeface="Lucida Sans Unicode"/>
                <a:cs typeface="Lucida Sans Unicode"/>
              </a:rPr>
              <a:t>Green</a:t>
            </a:r>
            <a:r>
              <a:rPr dirty="0" sz="2200" spc="33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200" spc="220">
                <a:solidFill>
                  <a:srgbClr val="FFFFFF"/>
                </a:solidFill>
                <a:latin typeface="Lucida Sans Unicode"/>
                <a:cs typeface="Lucida Sans Unicode"/>
              </a:rPr>
              <a:t>Chef</a:t>
            </a:r>
            <a:r>
              <a:rPr dirty="0" sz="2200" spc="33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200" spc="229">
                <a:solidFill>
                  <a:srgbClr val="FFFFFF"/>
                </a:solidFill>
                <a:latin typeface="Lucida Sans Unicode"/>
                <a:cs typeface="Lucida Sans Unicode"/>
              </a:rPr>
              <a:t>close</a:t>
            </a:r>
            <a:r>
              <a:rPr dirty="0" sz="2200" spc="33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200" spc="165">
                <a:solidFill>
                  <a:srgbClr val="FFFFFF"/>
                </a:solidFill>
                <a:latin typeface="Lucida Sans Unicode"/>
                <a:cs typeface="Lucida Sans Unicode"/>
              </a:rPr>
              <a:t>the </a:t>
            </a:r>
            <a:r>
              <a:rPr dirty="0" sz="2200" spc="300">
                <a:solidFill>
                  <a:srgbClr val="FFFFFF"/>
                </a:solidFill>
                <a:latin typeface="Lucida Sans Unicode"/>
                <a:cs typeface="Lucida Sans Unicode"/>
              </a:rPr>
              <a:t>gap</a:t>
            </a:r>
            <a:r>
              <a:rPr dirty="0" sz="2200" spc="33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200" spc="270">
                <a:solidFill>
                  <a:srgbClr val="FFFFFF"/>
                </a:solidFill>
                <a:latin typeface="Lucida Sans Unicode"/>
                <a:cs typeface="Lucida Sans Unicode"/>
              </a:rPr>
              <a:t>between</a:t>
            </a:r>
            <a:r>
              <a:rPr dirty="0" sz="2200" spc="33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200" spc="-110">
                <a:solidFill>
                  <a:srgbClr val="FFFFFF"/>
                </a:solidFill>
                <a:latin typeface="Lucida Sans Unicode"/>
                <a:cs typeface="Lucida Sans Unicode"/>
              </a:rPr>
              <a:t>i</a:t>
            </a:r>
            <a:r>
              <a:rPr dirty="0" sz="2200" spc="-484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200" spc="105">
                <a:solidFill>
                  <a:srgbClr val="FFFFFF"/>
                </a:solidFill>
                <a:latin typeface="Lucida Sans Unicode"/>
                <a:cs typeface="Lucida Sans Unicode"/>
              </a:rPr>
              <a:t>ts</a:t>
            </a:r>
            <a:r>
              <a:rPr dirty="0" sz="2200" spc="33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200" spc="215">
                <a:solidFill>
                  <a:srgbClr val="FFFFFF"/>
                </a:solidFill>
                <a:latin typeface="Lucida Sans Unicode"/>
                <a:cs typeface="Lucida Sans Unicode"/>
              </a:rPr>
              <a:t>sustainability</a:t>
            </a:r>
            <a:endParaRPr sz="2200">
              <a:latin typeface="Lucida Sans Unicode"/>
              <a:cs typeface="Lucida Sans Unicode"/>
            </a:endParaRPr>
          </a:p>
          <a:p>
            <a:pPr marL="12700" marR="803275">
              <a:lnSpc>
                <a:spcPct val="113599"/>
              </a:lnSpc>
            </a:pPr>
            <a:r>
              <a:rPr dirty="0" sz="2200" spc="200">
                <a:solidFill>
                  <a:srgbClr val="FFFFFF"/>
                </a:solidFill>
                <a:latin typeface="Lucida Sans Unicode"/>
                <a:cs typeface="Lucida Sans Unicode"/>
              </a:rPr>
              <a:t>identity</a:t>
            </a:r>
            <a:r>
              <a:rPr dirty="0" sz="2200" spc="32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200" spc="275">
                <a:solidFill>
                  <a:srgbClr val="FFFFFF"/>
                </a:solidFill>
                <a:latin typeface="Lucida Sans Unicode"/>
                <a:cs typeface="Lucida Sans Unicode"/>
              </a:rPr>
              <a:t>and</a:t>
            </a:r>
            <a:r>
              <a:rPr dirty="0" sz="2200" spc="33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200" spc="-110">
                <a:solidFill>
                  <a:srgbClr val="FFFFFF"/>
                </a:solidFill>
                <a:latin typeface="Lucida Sans Unicode"/>
                <a:cs typeface="Lucida Sans Unicode"/>
              </a:rPr>
              <a:t>i</a:t>
            </a:r>
            <a:r>
              <a:rPr dirty="0" sz="2200" spc="-484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200" spc="105">
                <a:solidFill>
                  <a:srgbClr val="FFFFFF"/>
                </a:solidFill>
                <a:latin typeface="Lucida Sans Unicode"/>
                <a:cs typeface="Lucida Sans Unicode"/>
              </a:rPr>
              <a:t>ts</a:t>
            </a:r>
            <a:r>
              <a:rPr dirty="0" sz="2200" spc="33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200" spc="270">
                <a:solidFill>
                  <a:srgbClr val="FFFFFF"/>
                </a:solidFill>
                <a:latin typeface="Lucida Sans Unicode"/>
                <a:cs typeface="Lucida Sans Unicode"/>
              </a:rPr>
              <a:t>packaging </a:t>
            </a:r>
            <a:r>
              <a:rPr dirty="0" sz="2200" spc="225">
                <a:solidFill>
                  <a:srgbClr val="FFFFFF"/>
                </a:solidFill>
                <a:latin typeface="Lucida Sans Unicode"/>
                <a:cs typeface="Lucida Sans Unicode"/>
              </a:rPr>
              <a:t>reality?</a:t>
            </a:r>
            <a:endParaRPr sz="2200">
              <a:latin typeface="Lucida Sans Unicode"/>
              <a:cs typeface="Lucida Sans Unicode"/>
            </a:endParaRPr>
          </a:p>
        </p:txBody>
      </p:sp>
      <p:sp>
        <p:nvSpPr>
          <p:cNvPr id="20" name="object 20" descr=""/>
          <p:cNvSpPr txBox="1"/>
          <p:nvPr/>
        </p:nvSpPr>
        <p:spPr>
          <a:xfrm>
            <a:off x="1856145" y="7988143"/>
            <a:ext cx="960755" cy="8794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5600" spc="380">
                <a:solidFill>
                  <a:srgbClr val="231F20"/>
                </a:solidFill>
                <a:latin typeface="Lucida Sans Unicode"/>
                <a:cs typeface="Lucida Sans Unicode"/>
              </a:rPr>
              <a:t>0</a:t>
            </a:r>
            <a:r>
              <a:rPr dirty="0" sz="5600" spc="-165">
                <a:solidFill>
                  <a:srgbClr val="231F20"/>
                </a:solidFill>
                <a:latin typeface="Lucida Sans Unicode"/>
                <a:cs typeface="Lucida Sans Unicode"/>
              </a:rPr>
              <a:t>3</a:t>
            </a:r>
            <a:endParaRPr sz="5600">
              <a:latin typeface="Lucida Sans Unicode"/>
              <a:cs typeface="Lucida Sans Unicode"/>
            </a:endParaRPr>
          </a:p>
        </p:txBody>
      </p:sp>
      <p:sp>
        <p:nvSpPr>
          <p:cNvPr id="21" name="object 21" descr=""/>
          <p:cNvSpPr txBox="1"/>
          <p:nvPr/>
        </p:nvSpPr>
        <p:spPr>
          <a:xfrm>
            <a:off x="5724503" y="4729736"/>
            <a:ext cx="5425440" cy="15494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r" marL="12700" marR="5080" indent="1494155">
              <a:lnSpc>
                <a:spcPct val="113599"/>
              </a:lnSpc>
              <a:spcBef>
                <a:spcPts val="100"/>
              </a:spcBef>
            </a:pPr>
            <a:r>
              <a:rPr dirty="0" sz="2200" spc="-20">
                <a:solidFill>
                  <a:srgbClr val="FFFFFF"/>
                </a:solidFill>
                <a:latin typeface="Lucida Sans Unicode"/>
                <a:cs typeface="Lucida Sans Unicode"/>
              </a:rPr>
              <a:t>4</a:t>
            </a:r>
            <a:r>
              <a:rPr dirty="0" sz="2200" spc="-484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200" spc="-270">
                <a:solidFill>
                  <a:srgbClr val="FFFFFF"/>
                </a:solidFill>
                <a:latin typeface="Lucida Sans Unicode"/>
                <a:cs typeface="Lucida Sans Unicode"/>
              </a:rPr>
              <a:t>,</a:t>
            </a:r>
            <a:r>
              <a:rPr dirty="0" sz="2200" spc="-48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200" spc="-365">
                <a:solidFill>
                  <a:srgbClr val="FFFFFF"/>
                </a:solidFill>
                <a:latin typeface="Lucida Sans Unicode"/>
                <a:cs typeface="Lucida Sans Unicode"/>
              </a:rPr>
              <a:t>211</a:t>
            </a:r>
            <a:r>
              <a:rPr dirty="0" sz="2200" spc="34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200" spc="270">
                <a:solidFill>
                  <a:srgbClr val="FFFFFF"/>
                </a:solidFill>
                <a:latin typeface="Lucida Sans Unicode"/>
                <a:cs typeface="Lucida Sans Unicode"/>
              </a:rPr>
              <a:t>packaging-</a:t>
            </a:r>
            <a:r>
              <a:rPr dirty="0" sz="2200" spc="-48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200" spc="235">
                <a:solidFill>
                  <a:srgbClr val="FFFFFF"/>
                </a:solidFill>
                <a:latin typeface="Lucida Sans Unicode"/>
                <a:cs typeface="Lucida Sans Unicode"/>
              </a:rPr>
              <a:t>related </a:t>
            </a:r>
            <a:r>
              <a:rPr dirty="0" sz="2200" spc="265">
                <a:solidFill>
                  <a:srgbClr val="FFFFFF"/>
                </a:solidFill>
                <a:latin typeface="Lucida Sans Unicode"/>
                <a:cs typeface="Lucida Sans Unicode"/>
              </a:rPr>
              <a:t>cancellations</a:t>
            </a:r>
            <a:r>
              <a:rPr dirty="0" sz="2200" spc="34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200" spc="75">
                <a:solidFill>
                  <a:srgbClr val="FFFFFF"/>
                </a:solidFill>
                <a:latin typeface="Lucida Sans Unicode"/>
                <a:cs typeface="Lucida Sans Unicode"/>
              </a:rPr>
              <a:t>in</a:t>
            </a:r>
            <a:r>
              <a:rPr dirty="0" sz="2200" spc="34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200">
                <a:solidFill>
                  <a:srgbClr val="FFFFFF"/>
                </a:solidFill>
                <a:latin typeface="Lucida Sans Unicode"/>
                <a:cs typeface="Lucida Sans Unicode"/>
              </a:rPr>
              <a:t>8</a:t>
            </a:r>
            <a:r>
              <a:rPr dirty="0" sz="2200" spc="34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200" spc="175">
                <a:solidFill>
                  <a:srgbClr val="FFFFFF"/>
                </a:solidFill>
                <a:latin typeface="Lucida Sans Unicode"/>
                <a:cs typeface="Lucida Sans Unicode"/>
              </a:rPr>
              <a:t>weeks.</a:t>
            </a:r>
            <a:r>
              <a:rPr dirty="0" sz="2200" spc="34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200" spc="-95">
                <a:solidFill>
                  <a:srgbClr val="FFFFFF"/>
                </a:solidFill>
                <a:latin typeface="Lucida Sans Unicode"/>
                <a:cs typeface="Lucida Sans Unicode"/>
              </a:rPr>
              <a:t>77</a:t>
            </a:r>
            <a:r>
              <a:rPr dirty="0" sz="2200" spc="-48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200" spc="-70">
                <a:solidFill>
                  <a:srgbClr val="FFFFFF"/>
                </a:solidFill>
                <a:latin typeface="Lucida Sans Unicode"/>
                <a:cs typeface="Lucida Sans Unicode"/>
              </a:rPr>
              <a:t>-</a:t>
            </a:r>
            <a:r>
              <a:rPr dirty="0" sz="2200" spc="-484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200" spc="105">
                <a:solidFill>
                  <a:srgbClr val="FFFFFF"/>
                </a:solidFill>
                <a:latin typeface="Lucida Sans Unicode"/>
                <a:cs typeface="Lucida Sans Unicode"/>
              </a:rPr>
              <a:t>86</a:t>
            </a:r>
            <a:r>
              <a:rPr dirty="0" sz="2200" spc="-48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200" spc="140">
                <a:solidFill>
                  <a:srgbClr val="FFFFFF"/>
                </a:solidFill>
                <a:latin typeface="Lucida Sans Unicode"/>
                <a:cs typeface="Lucida Sans Unicode"/>
              </a:rPr>
              <a:t>% </a:t>
            </a:r>
            <a:r>
              <a:rPr dirty="0" sz="2200" spc="85">
                <a:solidFill>
                  <a:srgbClr val="FFFFFF"/>
                </a:solidFill>
                <a:latin typeface="Lucida Sans Unicode"/>
                <a:cs typeface="Lucida Sans Unicode"/>
              </a:rPr>
              <a:t>of</a:t>
            </a:r>
            <a:r>
              <a:rPr dirty="0" sz="2200" spc="33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200" spc="235">
                <a:solidFill>
                  <a:srgbClr val="FFFFFF"/>
                </a:solidFill>
                <a:latin typeface="Lucida Sans Unicode"/>
                <a:cs typeface="Lucida Sans Unicode"/>
              </a:rPr>
              <a:t>plastic</a:t>
            </a:r>
            <a:r>
              <a:rPr dirty="0" sz="2200" spc="33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200" spc="215">
                <a:solidFill>
                  <a:srgbClr val="FFFFFF"/>
                </a:solidFill>
                <a:latin typeface="Lucida Sans Unicode"/>
                <a:cs typeface="Lucida Sans Unicode"/>
              </a:rPr>
              <a:t>ingredient</a:t>
            </a:r>
            <a:r>
              <a:rPr dirty="0" sz="2200" spc="33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200" spc="270">
                <a:solidFill>
                  <a:srgbClr val="FFFFFF"/>
                </a:solidFill>
                <a:latin typeface="Lucida Sans Unicode"/>
                <a:cs typeface="Lucida Sans Unicode"/>
              </a:rPr>
              <a:t>packaging </a:t>
            </a:r>
            <a:r>
              <a:rPr dirty="0" sz="2200" spc="235">
                <a:solidFill>
                  <a:srgbClr val="FFFFFF"/>
                </a:solidFill>
                <a:latin typeface="Lucida Sans Unicode"/>
                <a:cs typeface="Lucida Sans Unicode"/>
              </a:rPr>
              <a:t>ends</a:t>
            </a:r>
            <a:r>
              <a:rPr dirty="0" sz="2200" spc="32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200" spc="175">
                <a:solidFill>
                  <a:srgbClr val="FFFFFF"/>
                </a:solidFill>
                <a:latin typeface="Lucida Sans Unicode"/>
                <a:cs typeface="Lucida Sans Unicode"/>
              </a:rPr>
              <a:t>up</a:t>
            </a:r>
            <a:r>
              <a:rPr dirty="0" sz="2200" spc="32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200" spc="75">
                <a:solidFill>
                  <a:srgbClr val="FFFFFF"/>
                </a:solidFill>
                <a:latin typeface="Lucida Sans Unicode"/>
                <a:cs typeface="Lucida Sans Unicode"/>
              </a:rPr>
              <a:t>in</a:t>
            </a:r>
            <a:r>
              <a:rPr dirty="0" sz="2200" spc="32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200" spc="190">
                <a:solidFill>
                  <a:srgbClr val="FFFFFF"/>
                </a:solidFill>
                <a:latin typeface="Lucida Sans Unicode"/>
                <a:cs typeface="Lucida Sans Unicode"/>
              </a:rPr>
              <a:t>the</a:t>
            </a:r>
            <a:r>
              <a:rPr dirty="0" sz="2200" spc="32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200" spc="260">
                <a:solidFill>
                  <a:srgbClr val="FFFFFF"/>
                </a:solidFill>
                <a:latin typeface="Lucida Sans Unicode"/>
                <a:cs typeface="Lucida Sans Unicode"/>
              </a:rPr>
              <a:t>garbage.</a:t>
            </a:r>
            <a:endParaRPr sz="220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204365" y="3829279"/>
            <a:ext cx="9879330" cy="16268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0" spc="425">
                <a:solidFill>
                  <a:srgbClr val="FFFFFF"/>
                </a:solidFill>
                <a:latin typeface="Lucida Sans Unicode"/>
                <a:cs typeface="Lucida Sans Unicode"/>
              </a:rPr>
              <a:t>TH</a:t>
            </a:r>
            <a:r>
              <a:rPr dirty="0" sz="10500" spc="-600">
                <a:solidFill>
                  <a:srgbClr val="FFFFFF"/>
                </a:solidFill>
                <a:latin typeface="Lucida Sans Unicode"/>
                <a:cs typeface="Lucida Sans Unicode"/>
              </a:rPr>
              <a:t>E</a:t>
            </a:r>
            <a:r>
              <a:rPr dirty="0" sz="10500" spc="154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10500" spc="860">
                <a:solidFill>
                  <a:srgbClr val="FFFFFF"/>
                </a:solidFill>
                <a:latin typeface="Lucida Sans Unicode"/>
                <a:cs typeface="Lucida Sans Unicode"/>
              </a:rPr>
              <a:t>PROBLE</a:t>
            </a:r>
            <a:r>
              <a:rPr dirty="0" sz="10500" spc="-165">
                <a:solidFill>
                  <a:srgbClr val="FFFFFF"/>
                </a:solidFill>
                <a:latin typeface="Lucida Sans Unicode"/>
                <a:cs typeface="Lucida Sans Unicode"/>
              </a:rPr>
              <a:t>M</a:t>
            </a:r>
            <a:endParaRPr sz="10500">
              <a:latin typeface="Lucida Sans Unicode"/>
              <a:cs typeface="Lucida Sans Unicode"/>
            </a:endParaRP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39367" y="5300471"/>
            <a:ext cx="16096487" cy="2200655"/>
          </a:xfrm>
          <a:prstGeom prst="rect">
            <a:avLst/>
          </a:prstGeom>
        </p:spPr>
      </p:pic>
      <p:sp>
        <p:nvSpPr>
          <p:cNvPr id="4" name="object 4" descr=""/>
          <p:cNvSpPr txBox="1"/>
          <p:nvPr/>
        </p:nvSpPr>
        <p:spPr>
          <a:xfrm>
            <a:off x="1118516" y="5245285"/>
            <a:ext cx="15922625" cy="21209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L="300990" marR="293370" indent="-635">
              <a:lnSpc>
                <a:spcPct val="114599"/>
              </a:lnSpc>
              <a:spcBef>
                <a:spcPts val="100"/>
              </a:spcBef>
            </a:pPr>
            <a:r>
              <a:rPr dirty="0" sz="3000" spc="325">
                <a:solidFill>
                  <a:srgbClr val="F5FFF5"/>
                </a:solidFill>
                <a:latin typeface="Lucida Sans Unicode"/>
                <a:cs typeface="Lucida Sans Unicode"/>
              </a:rPr>
              <a:t>Green</a:t>
            </a:r>
            <a:r>
              <a:rPr dirty="0" sz="3000" spc="440">
                <a:solidFill>
                  <a:srgbClr val="F5FFF5"/>
                </a:solidFill>
                <a:latin typeface="Lucida Sans Unicode"/>
                <a:cs typeface="Lucida Sans Unicode"/>
              </a:rPr>
              <a:t> </a:t>
            </a:r>
            <a:r>
              <a:rPr dirty="0" sz="3000" spc="300">
                <a:solidFill>
                  <a:srgbClr val="F5FFF5"/>
                </a:solidFill>
                <a:latin typeface="Lucida Sans Unicode"/>
                <a:cs typeface="Lucida Sans Unicode"/>
              </a:rPr>
              <a:t>Chef</a:t>
            </a:r>
            <a:r>
              <a:rPr dirty="0" sz="3000" spc="440">
                <a:solidFill>
                  <a:srgbClr val="F5FFF5"/>
                </a:solidFill>
                <a:latin typeface="Lucida Sans Unicode"/>
                <a:cs typeface="Lucida Sans Unicode"/>
              </a:rPr>
              <a:t> </a:t>
            </a:r>
            <a:r>
              <a:rPr dirty="0" sz="3000" spc="335">
                <a:solidFill>
                  <a:srgbClr val="F5FFF5"/>
                </a:solidFill>
                <a:latin typeface="Lucida Sans Unicode"/>
                <a:cs typeface="Lucida Sans Unicode"/>
              </a:rPr>
              <a:t>has</a:t>
            </a:r>
            <a:r>
              <a:rPr dirty="0" sz="3000" spc="445">
                <a:solidFill>
                  <a:srgbClr val="F5FFF5"/>
                </a:solidFill>
                <a:latin typeface="Lucida Sans Unicode"/>
                <a:cs typeface="Lucida Sans Unicode"/>
              </a:rPr>
              <a:t> </a:t>
            </a:r>
            <a:r>
              <a:rPr dirty="0" sz="3000" spc="210">
                <a:solidFill>
                  <a:srgbClr val="F5FFF5"/>
                </a:solidFill>
                <a:latin typeface="Lucida Sans Unicode"/>
                <a:cs typeface="Lucida Sans Unicode"/>
              </a:rPr>
              <a:t>built</a:t>
            </a:r>
            <a:r>
              <a:rPr dirty="0" sz="3000" spc="440">
                <a:solidFill>
                  <a:srgbClr val="F5FFF5"/>
                </a:solidFill>
                <a:latin typeface="Lucida Sans Unicode"/>
                <a:cs typeface="Lucida Sans Unicode"/>
              </a:rPr>
              <a:t> </a:t>
            </a:r>
            <a:r>
              <a:rPr dirty="0" sz="3000" spc="-135">
                <a:solidFill>
                  <a:srgbClr val="F5FFF5"/>
                </a:solidFill>
                <a:latin typeface="Lucida Sans Unicode"/>
                <a:cs typeface="Lucida Sans Unicode"/>
              </a:rPr>
              <a:t>i</a:t>
            </a:r>
            <a:r>
              <a:rPr dirty="0" sz="3000" spc="-655">
                <a:solidFill>
                  <a:srgbClr val="F5FFF5"/>
                </a:solidFill>
                <a:latin typeface="Lucida Sans Unicode"/>
                <a:cs typeface="Lucida Sans Unicode"/>
              </a:rPr>
              <a:t> </a:t>
            </a:r>
            <a:r>
              <a:rPr dirty="0" sz="3000" spc="140">
                <a:solidFill>
                  <a:srgbClr val="F5FFF5"/>
                </a:solidFill>
                <a:latin typeface="Lucida Sans Unicode"/>
                <a:cs typeface="Lucida Sans Unicode"/>
              </a:rPr>
              <a:t>ts</a:t>
            </a:r>
            <a:r>
              <a:rPr dirty="0" sz="3000" spc="440">
                <a:solidFill>
                  <a:srgbClr val="F5FFF5"/>
                </a:solidFill>
                <a:latin typeface="Lucida Sans Unicode"/>
                <a:cs typeface="Lucida Sans Unicode"/>
              </a:rPr>
              <a:t> </a:t>
            </a:r>
            <a:r>
              <a:rPr dirty="0" sz="3000" spc="315">
                <a:solidFill>
                  <a:srgbClr val="F5FFF5"/>
                </a:solidFill>
                <a:latin typeface="Lucida Sans Unicode"/>
                <a:cs typeface="Lucida Sans Unicode"/>
              </a:rPr>
              <a:t>reputation</a:t>
            </a:r>
            <a:r>
              <a:rPr dirty="0" sz="3000" spc="440">
                <a:solidFill>
                  <a:srgbClr val="F5FFF5"/>
                </a:solidFill>
                <a:latin typeface="Lucida Sans Unicode"/>
                <a:cs typeface="Lucida Sans Unicode"/>
              </a:rPr>
              <a:t> </a:t>
            </a:r>
            <a:r>
              <a:rPr dirty="0" sz="3000" spc="330">
                <a:solidFill>
                  <a:srgbClr val="F5FFF5"/>
                </a:solidFill>
                <a:latin typeface="Lucida Sans Unicode"/>
                <a:cs typeface="Lucida Sans Unicode"/>
              </a:rPr>
              <a:t>as</a:t>
            </a:r>
            <a:r>
              <a:rPr dirty="0" sz="3000" spc="445">
                <a:solidFill>
                  <a:srgbClr val="F5FFF5"/>
                </a:solidFill>
                <a:latin typeface="Lucida Sans Unicode"/>
                <a:cs typeface="Lucida Sans Unicode"/>
              </a:rPr>
              <a:t> </a:t>
            </a:r>
            <a:r>
              <a:rPr dirty="0" sz="3000" spc="260">
                <a:solidFill>
                  <a:srgbClr val="F5FFF5"/>
                </a:solidFill>
                <a:latin typeface="Lucida Sans Unicode"/>
                <a:cs typeface="Lucida Sans Unicode"/>
              </a:rPr>
              <a:t>the</a:t>
            </a:r>
            <a:r>
              <a:rPr dirty="0" sz="3000" spc="440">
                <a:solidFill>
                  <a:srgbClr val="F5FFF5"/>
                </a:solidFill>
                <a:latin typeface="Lucida Sans Unicode"/>
                <a:cs typeface="Lucida Sans Unicode"/>
              </a:rPr>
              <a:t> </a:t>
            </a:r>
            <a:r>
              <a:rPr dirty="0" sz="3000" spc="305">
                <a:solidFill>
                  <a:srgbClr val="F5FFF5"/>
                </a:solidFill>
                <a:latin typeface="Lucida Sans Unicode"/>
                <a:cs typeface="Lucida Sans Unicode"/>
              </a:rPr>
              <a:t>most</a:t>
            </a:r>
            <a:r>
              <a:rPr dirty="0" sz="3000" spc="445">
                <a:solidFill>
                  <a:srgbClr val="F5FFF5"/>
                </a:solidFill>
                <a:latin typeface="Lucida Sans Unicode"/>
                <a:cs typeface="Lucida Sans Unicode"/>
              </a:rPr>
              <a:t> </a:t>
            </a:r>
            <a:r>
              <a:rPr dirty="0" sz="3000" spc="345">
                <a:solidFill>
                  <a:srgbClr val="F5FFF5"/>
                </a:solidFill>
                <a:latin typeface="Lucida Sans Unicode"/>
                <a:cs typeface="Lucida Sans Unicode"/>
              </a:rPr>
              <a:t>sustainable</a:t>
            </a:r>
            <a:r>
              <a:rPr dirty="0" sz="3000" spc="440">
                <a:solidFill>
                  <a:srgbClr val="F5FFF5"/>
                </a:solidFill>
                <a:latin typeface="Lucida Sans Unicode"/>
                <a:cs typeface="Lucida Sans Unicode"/>
              </a:rPr>
              <a:t> </a:t>
            </a:r>
            <a:r>
              <a:rPr dirty="0" sz="3000" spc="385">
                <a:solidFill>
                  <a:srgbClr val="F5FFF5"/>
                </a:solidFill>
                <a:latin typeface="Lucida Sans Unicode"/>
                <a:cs typeface="Lucida Sans Unicode"/>
              </a:rPr>
              <a:t>meal</a:t>
            </a:r>
            <a:r>
              <a:rPr dirty="0" sz="3000" spc="445">
                <a:solidFill>
                  <a:srgbClr val="F5FFF5"/>
                </a:solidFill>
                <a:latin typeface="Lucida Sans Unicode"/>
                <a:cs typeface="Lucida Sans Unicode"/>
              </a:rPr>
              <a:t> </a:t>
            </a:r>
            <a:r>
              <a:rPr dirty="0" sz="3000" spc="40">
                <a:solidFill>
                  <a:srgbClr val="F5FFF5"/>
                </a:solidFill>
                <a:latin typeface="Lucida Sans Unicode"/>
                <a:cs typeface="Lucida Sans Unicode"/>
              </a:rPr>
              <a:t>kit </a:t>
            </a:r>
            <a:r>
              <a:rPr dirty="0" sz="3000" spc="340">
                <a:solidFill>
                  <a:srgbClr val="F5FFF5"/>
                </a:solidFill>
                <a:latin typeface="Lucida Sans Unicode"/>
                <a:cs typeface="Lucida Sans Unicode"/>
              </a:rPr>
              <a:t>brand</a:t>
            </a:r>
            <a:r>
              <a:rPr dirty="0" sz="3000" spc="430">
                <a:solidFill>
                  <a:srgbClr val="F5FFF5"/>
                </a:solidFill>
                <a:latin typeface="Lucida Sans Unicode"/>
                <a:cs typeface="Lucida Sans Unicode"/>
              </a:rPr>
              <a:t> </a:t>
            </a:r>
            <a:r>
              <a:rPr dirty="0" sz="3000" spc="105">
                <a:solidFill>
                  <a:srgbClr val="F5FFF5"/>
                </a:solidFill>
                <a:latin typeface="Lucida Sans Unicode"/>
                <a:cs typeface="Lucida Sans Unicode"/>
              </a:rPr>
              <a:t>in</a:t>
            </a:r>
            <a:r>
              <a:rPr dirty="0" sz="3000" spc="430">
                <a:solidFill>
                  <a:srgbClr val="F5FFF5"/>
                </a:solidFill>
                <a:latin typeface="Lucida Sans Unicode"/>
                <a:cs typeface="Lucida Sans Unicode"/>
              </a:rPr>
              <a:t> </a:t>
            </a:r>
            <a:r>
              <a:rPr dirty="0" sz="3000" spc="260">
                <a:solidFill>
                  <a:srgbClr val="F5FFF5"/>
                </a:solidFill>
                <a:latin typeface="Lucida Sans Unicode"/>
                <a:cs typeface="Lucida Sans Unicode"/>
              </a:rPr>
              <a:t>the</a:t>
            </a:r>
            <a:r>
              <a:rPr dirty="0" sz="3000" spc="430">
                <a:solidFill>
                  <a:srgbClr val="F5FFF5"/>
                </a:solidFill>
                <a:latin typeface="Lucida Sans Unicode"/>
                <a:cs typeface="Lucida Sans Unicode"/>
              </a:rPr>
              <a:t> </a:t>
            </a:r>
            <a:r>
              <a:rPr dirty="0" sz="3000" spc="110">
                <a:solidFill>
                  <a:srgbClr val="F5FFF5"/>
                </a:solidFill>
                <a:latin typeface="Lucida Sans Unicode"/>
                <a:cs typeface="Lucida Sans Unicode"/>
              </a:rPr>
              <a:t>US.</a:t>
            </a:r>
            <a:r>
              <a:rPr dirty="0" sz="3000" spc="434">
                <a:solidFill>
                  <a:srgbClr val="F5FFF5"/>
                </a:solidFill>
                <a:latin typeface="Lucida Sans Unicode"/>
                <a:cs typeface="Lucida Sans Unicode"/>
              </a:rPr>
              <a:t> </a:t>
            </a:r>
            <a:r>
              <a:rPr dirty="0" sz="3000" spc="235">
                <a:solidFill>
                  <a:srgbClr val="F5FFF5"/>
                </a:solidFill>
                <a:latin typeface="Lucida Sans Unicode"/>
                <a:cs typeface="Lucida Sans Unicode"/>
              </a:rPr>
              <a:t>But</a:t>
            </a:r>
            <a:r>
              <a:rPr dirty="0" sz="3000" spc="430">
                <a:solidFill>
                  <a:srgbClr val="F5FFF5"/>
                </a:solidFill>
                <a:latin typeface="Lucida Sans Unicode"/>
                <a:cs typeface="Lucida Sans Unicode"/>
              </a:rPr>
              <a:t> </a:t>
            </a:r>
            <a:r>
              <a:rPr dirty="0" sz="3000" spc="-135">
                <a:solidFill>
                  <a:srgbClr val="F5FFF5"/>
                </a:solidFill>
                <a:latin typeface="Lucida Sans Unicode"/>
                <a:cs typeface="Lucida Sans Unicode"/>
              </a:rPr>
              <a:t>i</a:t>
            </a:r>
            <a:r>
              <a:rPr dirty="0" sz="3000" spc="-660">
                <a:solidFill>
                  <a:srgbClr val="F5FFF5"/>
                </a:solidFill>
                <a:latin typeface="Lucida Sans Unicode"/>
                <a:cs typeface="Lucida Sans Unicode"/>
              </a:rPr>
              <a:t> </a:t>
            </a:r>
            <a:r>
              <a:rPr dirty="0" sz="3000">
                <a:solidFill>
                  <a:srgbClr val="F5FFF5"/>
                </a:solidFill>
                <a:latin typeface="Lucida Sans Unicode"/>
                <a:cs typeface="Lucida Sans Unicode"/>
              </a:rPr>
              <a:t>f</a:t>
            </a:r>
            <a:r>
              <a:rPr dirty="0" sz="3000" spc="430">
                <a:solidFill>
                  <a:srgbClr val="F5FFF5"/>
                </a:solidFill>
                <a:latin typeface="Lucida Sans Unicode"/>
                <a:cs typeface="Lucida Sans Unicode"/>
              </a:rPr>
              <a:t> </a:t>
            </a:r>
            <a:r>
              <a:rPr dirty="0" sz="3000" spc="-135">
                <a:solidFill>
                  <a:srgbClr val="F5FFF5"/>
                </a:solidFill>
                <a:latin typeface="Lucida Sans Unicode"/>
                <a:cs typeface="Lucida Sans Unicode"/>
              </a:rPr>
              <a:t>i</a:t>
            </a:r>
            <a:r>
              <a:rPr dirty="0" sz="3000" spc="-660">
                <a:solidFill>
                  <a:srgbClr val="F5FFF5"/>
                </a:solidFill>
                <a:latin typeface="Lucida Sans Unicode"/>
                <a:cs typeface="Lucida Sans Unicode"/>
              </a:rPr>
              <a:t> </a:t>
            </a:r>
            <a:r>
              <a:rPr dirty="0" sz="3000">
                <a:solidFill>
                  <a:srgbClr val="F5FFF5"/>
                </a:solidFill>
                <a:latin typeface="Lucida Sans Unicode"/>
                <a:cs typeface="Lucida Sans Unicode"/>
              </a:rPr>
              <a:t>t</a:t>
            </a:r>
            <a:r>
              <a:rPr dirty="0" sz="3000" spc="434">
                <a:solidFill>
                  <a:srgbClr val="F5FFF5"/>
                </a:solidFill>
                <a:latin typeface="Lucida Sans Unicode"/>
                <a:cs typeface="Lucida Sans Unicode"/>
              </a:rPr>
              <a:t> </a:t>
            </a:r>
            <a:r>
              <a:rPr dirty="0" sz="3000" spc="340">
                <a:solidFill>
                  <a:srgbClr val="F5FFF5"/>
                </a:solidFill>
                <a:latin typeface="Lucida Sans Unicode"/>
                <a:cs typeface="Lucida Sans Unicode"/>
              </a:rPr>
              <a:t>wants</a:t>
            </a:r>
            <a:r>
              <a:rPr dirty="0" sz="3000" spc="430">
                <a:solidFill>
                  <a:srgbClr val="F5FFF5"/>
                </a:solidFill>
                <a:latin typeface="Lucida Sans Unicode"/>
                <a:cs typeface="Lucida Sans Unicode"/>
              </a:rPr>
              <a:t> </a:t>
            </a:r>
            <a:r>
              <a:rPr dirty="0" sz="3000" spc="160">
                <a:solidFill>
                  <a:srgbClr val="F5FFF5"/>
                </a:solidFill>
                <a:latin typeface="Lucida Sans Unicode"/>
                <a:cs typeface="Lucida Sans Unicode"/>
              </a:rPr>
              <a:t>to</a:t>
            </a:r>
            <a:r>
              <a:rPr dirty="0" sz="3000" spc="430">
                <a:solidFill>
                  <a:srgbClr val="F5FFF5"/>
                </a:solidFill>
                <a:latin typeface="Lucida Sans Unicode"/>
                <a:cs typeface="Lucida Sans Unicode"/>
              </a:rPr>
              <a:t> </a:t>
            </a:r>
            <a:r>
              <a:rPr dirty="0" sz="3000" spc="320">
                <a:solidFill>
                  <a:srgbClr val="F5FFF5"/>
                </a:solidFill>
                <a:latin typeface="Lucida Sans Unicode"/>
                <a:cs typeface="Lucida Sans Unicode"/>
              </a:rPr>
              <a:t>continue</a:t>
            </a:r>
            <a:r>
              <a:rPr dirty="0" sz="3000" spc="434">
                <a:solidFill>
                  <a:srgbClr val="F5FFF5"/>
                </a:solidFill>
                <a:latin typeface="Lucida Sans Unicode"/>
                <a:cs typeface="Lucida Sans Unicode"/>
              </a:rPr>
              <a:t> </a:t>
            </a:r>
            <a:r>
              <a:rPr dirty="0" sz="3000" spc="160">
                <a:solidFill>
                  <a:srgbClr val="F5FFF5"/>
                </a:solidFill>
                <a:latin typeface="Lucida Sans Unicode"/>
                <a:cs typeface="Lucida Sans Unicode"/>
              </a:rPr>
              <a:t>to</a:t>
            </a:r>
            <a:r>
              <a:rPr dirty="0" sz="3000" spc="430">
                <a:solidFill>
                  <a:srgbClr val="F5FFF5"/>
                </a:solidFill>
                <a:latin typeface="Lucida Sans Unicode"/>
                <a:cs typeface="Lucida Sans Unicode"/>
              </a:rPr>
              <a:t> </a:t>
            </a:r>
            <a:r>
              <a:rPr dirty="0" sz="3000" spc="245">
                <a:solidFill>
                  <a:srgbClr val="F5FFF5"/>
                </a:solidFill>
                <a:latin typeface="Lucida Sans Unicode"/>
                <a:cs typeface="Lucida Sans Unicode"/>
              </a:rPr>
              <a:t>do</a:t>
            </a:r>
            <a:r>
              <a:rPr dirty="0" sz="3000" spc="430">
                <a:solidFill>
                  <a:srgbClr val="F5FFF5"/>
                </a:solidFill>
                <a:latin typeface="Lucida Sans Unicode"/>
                <a:cs typeface="Lucida Sans Unicode"/>
              </a:rPr>
              <a:t> </a:t>
            </a:r>
            <a:r>
              <a:rPr dirty="0" sz="3000" spc="170">
                <a:solidFill>
                  <a:srgbClr val="F5FFF5"/>
                </a:solidFill>
                <a:latin typeface="Lucida Sans Unicode"/>
                <a:cs typeface="Lucida Sans Unicode"/>
              </a:rPr>
              <a:t>well,</a:t>
            </a:r>
            <a:r>
              <a:rPr dirty="0" sz="3000" spc="434">
                <a:solidFill>
                  <a:srgbClr val="F5FFF5"/>
                </a:solidFill>
                <a:latin typeface="Lucida Sans Unicode"/>
                <a:cs typeface="Lucida Sans Unicode"/>
              </a:rPr>
              <a:t> </a:t>
            </a:r>
            <a:r>
              <a:rPr dirty="0" sz="3000" spc="260">
                <a:solidFill>
                  <a:srgbClr val="F5FFF5"/>
                </a:solidFill>
                <a:latin typeface="Lucida Sans Unicode"/>
                <a:cs typeface="Lucida Sans Unicode"/>
              </a:rPr>
              <a:t>the</a:t>
            </a:r>
            <a:r>
              <a:rPr dirty="0" sz="3000" spc="430">
                <a:solidFill>
                  <a:srgbClr val="F5FFF5"/>
                </a:solidFill>
                <a:latin typeface="Lucida Sans Unicode"/>
                <a:cs typeface="Lucida Sans Unicode"/>
              </a:rPr>
              <a:t> </a:t>
            </a:r>
            <a:r>
              <a:rPr dirty="0" sz="3000" spc="370">
                <a:solidFill>
                  <a:srgbClr val="F5FFF5"/>
                </a:solidFill>
                <a:latin typeface="Lucida Sans Unicode"/>
                <a:cs typeface="Lucida Sans Unicode"/>
              </a:rPr>
              <a:t>packaging</a:t>
            </a:r>
            <a:endParaRPr sz="3000">
              <a:latin typeface="Lucida Sans Unicode"/>
              <a:cs typeface="Lucida Sans Unicode"/>
            </a:endParaRPr>
          </a:p>
          <a:p>
            <a:pPr algn="ctr" marL="12065" marR="5080">
              <a:lnSpc>
                <a:spcPct val="114599"/>
              </a:lnSpc>
            </a:pPr>
            <a:r>
              <a:rPr dirty="0" sz="3000" spc="345">
                <a:solidFill>
                  <a:srgbClr val="F5FFF5"/>
                </a:solidFill>
                <a:latin typeface="Lucida Sans Unicode"/>
                <a:cs typeface="Lucida Sans Unicode"/>
              </a:rPr>
              <a:t>customers</a:t>
            </a:r>
            <a:r>
              <a:rPr dirty="0" sz="3000" spc="434">
                <a:solidFill>
                  <a:srgbClr val="F5FFF5"/>
                </a:solidFill>
                <a:latin typeface="Lucida Sans Unicode"/>
                <a:cs typeface="Lucida Sans Unicode"/>
              </a:rPr>
              <a:t> </a:t>
            </a:r>
            <a:r>
              <a:rPr dirty="0" sz="3000" spc="350">
                <a:solidFill>
                  <a:srgbClr val="F5FFF5"/>
                </a:solidFill>
                <a:latin typeface="Lucida Sans Unicode"/>
                <a:cs typeface="Lucida Sans Unicode"/>
              </a:rPr>
              <a:t>receive</a:t>
            </a:r>
            <a:r>
              <a:rPr dirty="0" sz="3000" spc="440">
                <a:solidFill>
                  <a:srgbClr val="F5FFF5"/>
                </a:solidFill>
                <a:latin typeface="Lucida Sans Unicode"/>
                <a:cs typeface="Lucida Sans Unicode"/>
              </a:rPr>
              <a:t> </a:t>
            </a:r>
            <a:r>
              <a:rPr dirty="0" sz="3000" spc="330">
                <a:solidFill>
                  <a:srgbClr val="F5FFF5"/>
                </a:solidFill>
                <a:latin typeface="Lucida Sans Unicode"/>
                <a:cs typeface="Lucida Sans Unicode"/>
              </a:rPr>
              <a:t>every</a:t>
            </a:r>
            <a:r>
              <a:rPr dirty="0" sz="3000" spc="434">
                <a:solidFill>
                  <a:srgbClr val="F5FFF5"/>
                </a:solidFill>
                <a:latin typeface="Lucida Sans Unicode"/>
                <a:cs typeface="Lucida Sans Unicode"/>
              </a:rPr>
              <a:t> </a:t>
            </a:r>
            <a:r>
              <a:rPr dirty="0" sz="3000" spc="290">
                <a:solidFill>
                  <a:srgbClr val="F5FFF5"/>
                </a:solidFill>
                <a:latin typeface="Lucida Sans Unicode"/>
                <a:cs typeface="Lucida Sans Unicode"/>
              </a:rPr>
              <a:t>week</a:t>
            </a:r>
            <a:r>
              <a:rPr dirty="0" sz="3000" spc="440">
                <a:solidFill>
                  <a:srgbClr val="F5FFF5"/>
                </a:solidFill>
                <a:latin typeface="Lucida Sans Unicode"/>
                <a:cs typeface="Lucida Sans Unicode"/>
              </a:rPr>
              <a:t> </a:t>
            </a:r>
            <a:r>
              <a:rPr dirty="0" sz="3000" spc="335">
                <a:solidFill>
                  <a:srgbClr val="F5FFF5"/>
                </a:solidFill>
                <a:latin typeface="Lucida Sans Unicode"/>
                <a:cs typeface="Lucida Sans Unicode"/>
              </a:rPr>
              <a:t>has</a:t>
            </a:r>
            <a:r>
              <a:rPr dirty="0" sz="3000" spc="440">
                <a:solidFill>
                  <a:srgbClr val="F5FFF5"/>
                </a:solidFill>
                <a:latin typeface="Lucida Sans Unicode"/>
                <a:cs typeface="Lucida Sans Unicode"/>
              </a:rPr>
              <a:t> </a:t>
            </a:r>
            <a:r>
              <a:rPr dirty="0" sz="3000" spc="160">
                <a:solidFill>
                  <a:srgbClr val="F5FFF5"/>
                </a:solidFill>
                <a:latin typeface="Lucida Sans Unicode"/>
                <a:cs typeface="Lucida Sans Unicode"/>
              </a:rPr>
              <a:t>to</a:t>
            </a:r>
            <a:r>
              <a:rPr dirty="0" sz="3000" spc="434">
                <a:solidFill>
                  <a:srgbClr val="F5FFF5"/>
                </a:solidFill>
                <a:latin typeface="Lucida Sans Unicode"/>
                <a:cs typeface="Lucida Sans Unicode"/>
              </a:rPr>
              <a:t> </a:t>
            </a:r>
            <a:r>
              <a:rPr dirty="0" sz="3000" spc="280">
                <a:solidFill>
                  <a:srgbClr val="F5FFF5"/>
                </a:solidFill>
                <a:latin typeface="Lucida Sans Unicode"/>
                <a:cs typeface="Lucida Sans Unicode"/>
              </a:rPr>
              <a:t>reflect</a:t>
            </a:r>
            <a:r>
              <a:rPr dirty="0" sz="3000" spc="440">
                <a:solidFill>
                  <a:srgbClr val="F5FFF5"/>
                </a:solidFill>
                <a:latin typeface="Lucida Sans Unicode"/>
                <a:cs typeface="Lucida Sans Unicode"/>
              </a:rPr>
              <a:t> </a:t>
            </a:r>
            <a:r>
              <a:rPr dirty="0" sz="3000" spc="300">
                <a:solidFill>
                  <a:srgbClr val="F5FFF5"/>
                </a:solidFill>
                <a:latin typeface="Lucida Sans Unicode"/>
                <a:cs typeface="Lucida Sans Unicode"/>
              </a:rPr>
              <a:t>that</a:t>
            </a:r>
            <a:r>
              <a:rPr dirty="0" sz="3000" spc="434">
                <a:solidFill>
                  <a:srgbClr val="F5FFF5"/>
                </a:solidFill>
                <a:latin typeface="Lucida Sans Unicode"/>
                <a:cs typeface="Lucida Sans Unicode"/>
              </a:rPr>
              <a:t> </a:t>
            </a:r>
            <a:r>
              <a:rPr dirty="0" sz="3000" spc="275">
                <a:solidFill>
                  <a:srgbClr val="F5FFF5"/>
                </a:solidFill>
                <a:latin typeface="Lucida Sans Unicode"/>
                <a:cs typeface="Lucida Sans Unicode"/>
              </a:rPr>
              <a:t>positioning</a:t>
            </a:r>
            <a:r>
              <a:rPr dirty="0" sz="3000" spc="440">
                <a:solidFill>
                  <a:srgbClr val="F5FFF5"/>
                </a:solidFill>
                <a:latin typeface="Lucida Sans Unicode"/>
                <a:cs typeface="Lucida Sans Unicode"/>
              </a:rPr>
              <a:t> </a:t>
            </a:r>
            <a:r>
              <a:rPr dirty="0" sz="3000">
                <a:solidFill>
                  <a:srgbClr val="F5FFF5"/>
                </a:solidFill>
                <a:latin typeface="Lucida Sans Unicode"/>
                <a:cs typeface="Lucida Sans Unicode"/>
              </a:rPr>
              <a:t>-</a:t>
            </a:r>
            <a:r>
              <a:rPr dirty="0" sz="3000" spc="440">
                <a:solidFill>
                  <a:srgbClr val="F5FFF5"/>
                </a:solidFill>
                <a:latin typeface="Lucida Sans Unicode"/>
                <a:cs typeface="Lucida Sans Unicode"/>
              </a:rPr>
              <a:t> </a:t>
            </a:r>
            <a:r>
              <a:rPr dirty="0" sz="3000" spc="370">
                <a:solidFill>
                  <a:srgbClr val="F5FFF5"/>
                </a:solidFill>
                <a:latin typeface="Lucida Sans Unicode"/>
                <a:cs typeface="Lucida Sans Unicode"/>
              </a:rPr>
              <a:t>and</a:t>
            </a:r>
            <a:r>
              <a:rPr dirty="0" sz="3000" spc="434">
                <a:solidFill>
                  <a:srgbClr val="F5FFF5"/>
                </a:solidFill>
                <a:latin typeface="Lucida Sans Unicode"/>
                <a:cs typeface="Lucida Sans Unicode"/>
              </a:rPr>
              <a:t> </a:t>
            </a:r>
            <a:r>
              <a:rPr dirty="0" sz="3000" spc="235">
                <a:solidFill>
                  <a:srgbClr val="F5FFF5"/>
                </a:solidFill>
                <a:latin typeface="Lucida Sans Unicode"/>
                <a:cs typeface="Lucida Sans Unicode"/>
              </a:rPr>
              <a:t>the </a:t>
            </a:r>
            <a:r>
              <a:rPr dirty="0" sz="3000" spc="415">
                <a:solidFill>
                  <a:srgbClr val="F5FFF5"/>
                </a:solidFill>
                <a:latin typeface="Lucida Sans Unicode"/>
                <a:cs typeface="Lucida Sans Unicode"/>
              </a:rPr>
              <a:t>data</a:t>
            </a:r>
            <a:r>
              <a:rPr dirty="0" sz="3000" spc="440">
                <a:solidFill>
                  <a:srgbClr val="F5FFF5"/>
                </a:solidFill>
                <a:latin typeface="Lucida Sans Unicode"/>
                <a:cs typeface="Lucida Sans Unicode"/>
              </a:rPr>
              <a:t> </a:t>
            </a:r>
            <a:r>
              <a:rPr dirty="0" sz="3000" spc="295">
                <a:solidFill>
                  <a:srgbClr val="F5FFF5"/>
                </a:solidFill>
                <a:latin typeface="Lucida Sans Unicode"/>
                <a:cs typeface="Lucida Sans Unicode"/>
              </a:rPr>
              <a:t>shows</a:t>
            </a:r>
            <a:r>
              <a:rPr dirty="0" sz="3000" spc="440">
                <a:solidFill>
                  <a:srgbClr val="F5FFF5"/>
                </a:solidFill>
                <a:latin typeface="Lucida Sans Unicode"/>
                <a:cs typeface="Lucida Sans Unicode"/>
              </a:rPr>
              <a:t> </a:t>
            </a:r>
            <a:r>
              <a:rPr dirty="0" sz="3000" spc="-135">
                <a:solidFill>
                  <a:srgbClr val="F5FFF5"/>
                </a:solidFill>
                <a:latin typeface="Lucida Sans Unicode"/>
                <a:cs typeface="Lucida Sans Unicode"/>
              </a:rPr>
              <a:t>i</a:t>
            </a:r>
            <a:r>
              <a:rPr dirty="0" sz="3000" spc="-655">
                <a:solidFill>
                  <a:srgbClr val="F5FFF5"/>
                </a:solidFill>
                <a:latin typeface="Lucida Sans Unicode"/>
                <a:cs typeface="Lucida Sans Unicode"/>
              </a:rPr>
              <a:t> </a:t>
            </a:r>
            <a:r>
              <a:rPr dirty="0" sz="3000">
                <a:solidFill>
                  <a:srgbClr val="F5FFF5"/>
                </a:solidFill>
                <a:latin typeface="Lucida Sans Unicode"/>
                <a:cs typeface="Lucida Sans Unicode"/>
              </a:rPr>
              <a:t>t</a:t>
            </a:r>
            <a:r>
              <a:rPr dirty="0" sz="3000" spc="440">
                <a:solidFill>
                  <a:srgbClr val="F5FFF5"/>
                </a:solidFill>
                <a:latin typeface="Lucida Sans Unicode"/>
                <a:cs typeface="Lucida Sans Unicode"/>
              </a:rPr>
              <a:t> </a:t>
            </a:r>
            <a:r>
              <a:rPr dirty="0" sz="3000" spc="95">
                <a:solidFill>
                  <a:srgbClr val="F5FFF5"/>
                </a:solidFill>
                <a:latin typeface="Lucida Sans Unicode"/>
                <a:cs typeface="Lucida Sans Unicode"/>
              </a:rPr>
              <a:t>is</a:t>
            </a:r>
            <a:r>
              <a:rPr dirty="0" sz="3000" spc="440">
                <a:solidFill>
                  <a:srgbClr val="F5FFF5"/>
                </a:solidFill>
                <a:latin typeface="Lucida Sans Unicode"/>
                <a:cs typeface="Lucida Sans Unicode"/>
              </a:rPr>
              <a:t> </a:t>
            </a:r>
            <a:r>
              <a:rPr dirty="0" sz="3000" spc="305">
                <a:solidFill>
                  <a:srgbClr val="F5FFF5"/>
                </a:solidFill>
                <a:latin typeface="Lucida Sans Unicode"/>
                <a:cs typeface="Lucida Sans Unicode"/>
              </a:rPr>
              <a:t>costing</a:t>
            </a:r>
            <a:r>
              <a:rPr dirty="0" sz="3000" spc="445">
                <a:solidFill>
                  <a:srgbClr val="F5FFF5"/>
                </a:solidFill>
                <a:latin typeface="Lucida Sans Unicode"/>
                <a:cs typeface="Lucida Sans Unicode"/>
              </a:rPr>
              <a:t> </a:t>
            </a:r>
            <a:r>
              <a:rPr dirty="0" sz="3000" spc="260">
                <a:solidFill>
                  <a:srgbClr val="F5FFF5"/>
                </a:solidFill>
                <a:latin typeface="Lucida Sans Unicode"/>
                <a:cs typeface="Lucida Sans Unicode"/>
              </a:rPr>
              <a:t>the</a:t>
            </a:r>
            <a:r>
              <a:rPr dirty="0" sz="3000" spc="440">
                <a:solidFill>
                  <a:srgbClr val="F5FFF5"/>
                </a:solidFill>
                <a:latin typeface="Lucida Sans Unicode"/>
                <a:cs typeface="Lucida Sans Unicode"/>
              </a:rPr>
              <a:t> </a:t>
            </a:r>
            <a:r>
              <a:rPr dirty="0" sz="3000" spc="300">
                <a:solidFill>
                  <a:srgbClr val="F5FFF5"/>
                </a:solidFill>
                <a:latin typeface="Lucida Sans Unicode"/>
                <a:cs typeface="Lucida Sans Unicode"/>
              </a:rPr>
              <a:t>business</a:t>
            </a:r>
            <a:r>
              <a:rPr dirty="0" sz="3000" spc="440">
                <a:solidFill>
                  <a:srgbClr val="F5FFF5"/>
                </a:solidFill>
                <a:latin typeface="Lucida Sans Unicode"/>
                <a:cs typeface="Lucida Sans Unicode"/>
              </a:rPr>
              <a:t> </a:t>
            </a:r>
            <a:r>
              <a:rPr dirty="0" sz="3000" spc="335">
                <a:solidFill>
                  <a:srgbClr val="F5FFF5"/>
                </a:solidFill>
                <a:latin typeface="Lucida Sans Unicode"/>
                <a:cs typeface="Lucida Sans Unicode"/>
              </a:rPr>
              <a:t>measurably.</a:t>
            </a:r>
            <a:endParaRPr sz="300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FDFAFA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3" name="object 3" descr=""/>
          <p:cNvGrpSpPr/>
          <p:nvPr/>
        </p:nvGrpSpPr>
        <p:grpSpPr>
          <a:xfrm>
            <a:off x="8676162" y="2558964"/>
            <a:ext cx="9611995" cy="7728584"/>
            <a:chOff x="8676162" y="2558964"/>
            <a:chExt cx="9611995" cy="7728584"/>
          </a:xfrm>
        </p:grpSpPr>
        <p:pic>
          <p:nvPicPr>
            <p:cNvPr id="4" name="object 4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676162" y="2558964"/>
              <a:ext cx="8773692" cy="5833819"/>
            </a:xfrm>
            <a:prstGeom prst="rect">
              <a:avLst/>
            </a:prstGeom>
          </p:spPr>
        </p:pic>
        <p:pic>
          <p:nvPicPr>
            <p:cNvPr id="5" name="object 5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5923114" y="6943329"/>
              <a:ext cx="1219199" cy="1066799"/>
            </a:xfrm>
            <a:prstGeom prst="rect">
              <a:avLst/>
            </a:prstGeom>
          </p:spPr>
        </p:pic>
        <p:pic>
          <p:nvPicPr>
            <p:cNvPr id="6" name="object 6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5923114" y="2994356"/>
              <a:ext cx="1228724" cy="990599"/>
            </a:xfrm>
            <a:prstGeom prst="rect">
              <a:avLst/>
            </a:prstGeom>
          </p:spPr>
        </p:pic>
        <p:pic>
          <p:nvPicPr>
            <p:cNvPr id="7" name="object 7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024800" y="2936061"/>
              <a:ext cx="1152524" cy="1047749"/>
            </a:xfrm>
            <a:prstGeom prst="rect">
              <a:avLst/>
            </a:prstGeom>
          </p:spPr>
        </p:pic>
        <p:pic>
          <p:nvPicPr>
            <p:cNvPr id="8" name="object 8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975423" y="7022735"/>
              <a:ext cx="1209674" cy="1038224"/>
            </a:xfrm>
            <a:prstGeom prst="rect">
              <a:avLst/>
            </a:prstGeom>
          </p:spPr>
        </p:pic>
        <p:sp>
          <p:nvSpPr>
            <p:cNvPr id="9" name="object 9" descr=""/>
            <p:cNvSpPr/>
            <p:nvPr/>
          </p:nvSpPr>
          <p:spPr>
            <a:xfrm>
              <a:off x="11212773" y="3630657"/>
              <a:ext cx="3701415" cy="3695700"/>
            </a:xfrm>
            <a:custGeom>
              <a:avLst/>
              <a:gdLst/>
              <a:ahLst/>
              <a:cxnLst/>
              <a:rect l="l" t="t" r="r" b="b"/>
              <a:pathLst>
                <a:path w="3701415" h="3695700">
                  <a:moveTo>
                    <a:pt x="1995093" y="12699"/>
                  </a:moveTo>
                  <a:lnTo>
                    <a:pt x="1705865" y="12699"/>
                  </a:lnTo>
                  <a:lnTo>
                    <a:pt x="1753752" y="0"/>
                  </a:lnTo>
                  <a:lnTo>
                    <a:pt x="1947206" y="0"/>
                  </a:lnTo>
                  <a:lnTo>
                    <a:pt x="1995093" y="12699"/>
                  </a:lnTo>
                  <a:close/>
                </a:path>
                <a:path w="3701415" h="3695700">
                  <a:moveTo>
                    <a:pt x="2136663" y="25399"/>
                  </a:moveTo>
                  <a:lnTo>
                    <a:pt x="1564295" y="25399"/>
                  </a:lnTo>
                  <a:lnTo>
                    <a:pt x="1611122" y="12699"/>
                  </a:lnTo>
                  <a:lnTo>
                    <a:pt x="2089836" y="12699"/>
                  </a:lnTo>
                  <a:lnTo>
                    <a:pt x="2136663" y="25399"/>
                  </a:lnTo>
                  <a:close/>
                </a:path>
                <a:path w="3701415" h="3695700">
                  <a:moveTo>
                    <a:pt x="2274777" y="3657599"/>
                  </a:moveTo>
                  <a:lnTo>
                    <a:pt x="1426181" y="3657599"/>
                  </a:lnTo>
                  <a:lnTo>
                    <a:pt x="1248115" y="3606799"/>
                  </a:lnTo>
                  <a:lnTo>
                    <a:pt x="1204787" y="3581399"/>
                  </a:lnTo>
                  <a:lnTo>
                    <a:pt x="1119663" y="3555999"/>
                  </a:lnTo>
                  <a:lnTo>
                    <a:pt x="1077898" y="3530599"/>
                  </a:lnTo>
                  <a:lnTo>
                    <a:pt x="1036685" y="3517899"/>
                  </a:lnTo>
                  <a:lnTo>
                    <a:pt x="955974" y="3467099"/>
                  </a:lnTo>
                  <a:lnTo>
                    <a:pt x="916506" y="3454399"/>
                  </a:lnTo>
                  <a:lnTo>
                    <a:pt x="877652" y="3428999"/>
                  </a:lnTo>
                  <a:lnTo>
                    <a:pt x="839425" y="3403599"/>
                  </a:lnTo>
                  <a:lnTo>
                    <a:pt x="801840" y="3378199"/>
                  </a:lnTo>
                  <a:lnTo>
                    <a:pt x="764915" y="3352799"/>
                  </a:lnTo>
                  <a:lnTo>
                    <a:pt x="728662" y="3327399"/>
                  </a:lnTo>
                  <a:lnTo>
                    <a:pt x="693098" y="3289299"/>
                  </a:lnTo>
                  <a:lnTo>
                    <a:pt x="658238" y="3263899"/>
                  </a:lnTo>
                  <a:lnTo>
                    <a:pt x="624098" y="3238499"/>
                  </a:lnTo>
                  <a:lnTo>
                    <a:pt x="590691" y="3213099"/>
                  </a:lnTo>
                  <a:lnTo>
                    <a:pt x="558035" y="3174999"/>
                  </a:lnTo>
                  <a:lnTo>
                    <a:pt x="526143" y="3149599"/>
                  </a:lnTo>
                  <a:lnTo>
                    <a:pt x="495031" y="3111499"/>
                  </a:lnTo>
                  <a:lnTo>
                    <a:pt x="464715" y="3073399"/>
                  </a:lnTo>
                  <a:lnTo>
                    <a:pt x="435209" y="3047999"/>
                  </a:lnTo>
                  <a:lnTo>
                    <a:pt x="406529" y="3009899"/>
                  </a:lnTo>
                  <a:lnTo>
                    <a:pt x="378690" y="2971799"/>
                  </a:lnTo>
                  <a:lnTo>
                    <a:pt x="351707" y="2933699"/>
                  </a:lnTo>
                  <a:lnTo>
                    <a:pt x="325596" y="2895599"/>
                  </a:lnTo>
                  <a:lnTo>
                    <a:pt x="300372" y="2857499"/>
                  </a:lnTo>
                  <a:lnTo>
                    <a:pt x="276049" y="2819399"/>
                  </a:lnTo>
                  <a:lnTo>
                    <a:pt x="252644" y="2781299"/>
                  </a:lnTo>
                  <a:lnTo>
                    <a:pt x="230171" y="2743199"/>
                  </a:lnTo>
                  <a:lnTo>
                    <a:pt x="208646" y="2705099"/>
                  </a:lnTo>
                  <a:lnTo>
                    <a:pt x="188084" y="2666999"/>
                  </a:lnTo>
                  <a:lnTo>
                    <a:pt x="168500" y="2628899"/>
                  </a:lnTo>
                  <a:lnTo>
                    <a:pt x="149910" y="2578099"/>
                  </a:lnTo>
                  <a:lnTo>
                    <a:pt x="132328" y="2539999"/>
                  </a:lnTo>
                  <a:lnTo>
                    <a:pt x="115770" y="2501899"/>
                  </a:lnTo>
                  <a:lnTo>
                    <a:pt x="100251" y="2451099"/>
                  </a:lnTo>
                  <a:lnTo>
                    <a:pt x="85787" y="2412999"/>
                  </a:lnTo>
                  <a:lnTo>
                    <a:pt x="72392" y="2362199"/>
                  </a:lnTo>
                  <a:lnTo>
                    <a:pt x="60082" y="2324099"/>
                  </a:lnTo>
                  <a:lnTo>
                    <a:pt x="48872" y="2273299"/>
                  </a:lnTo>
                  <a:lnTo>
                    <a:pt x="38777" y="2235199"/>
                  </a:lnTo>
                  <a:lnTo>
                    <a:pt x="29813" y="2184399"/>
                  </a:lnTo>
                  <a:lnTo>
                    <a:pt x="21995" y="2133599"/>
                  </a:lnTo>
                  <a:lnTo>
                    <a:pt x="15338" y="2095499"/>
                  </a:lnTo>
                  <a:lnTo>
                    <a:pt x="9856" y="2044699"/>
                  </a:lnTo>
                  <a:lnTo>
                    <a:pt x="5567" y="1993899"/>
                  </a:lnTo>
                  <a:lnTo>
                    <a:pt x="2484" y="1943099"/>
                  </a:lnTo>
                  <a:lnTo>
                    <a:pt x="623" y="1904999"/>
                  </a:lnTo>
                  <a:lnTo>
                    <a:pt x="0" y="1854199"/>
                  </a:lnTo>
                  <a:lnTo>
                    <a:pt x="623" y="1803399"/>
                  </a:lnTo>
                  <a:lnTo>
                    <a:pt x="2484" y="1752599"/>
                  </a:lnTo>
                  <a:lnTo>
                    <a:pt x="5567" y="1701799"/>
                  </a:lnTo>
                  <a:lnTo>
                    <a:pt x="9856" y="1663699"/>
                  </a:lnTo>
                  <a:lnTo>
                    <a:pt x="15338" y="1612899"/>
                  </a:lnTo>
                  <a:lnTo>
                    <a:pt x="21995" y="1562099"/>
                  </a:lnTo>
                  <a:lnTo>
                    <a:pt x="29813" y="1523999"/>
                  </a:lnTo>
                  <a:lnTo>
                    <a:pt x="38777" y="1473199"/>
                  </a:lnTo>
                  <a:lnTo>
                    <a:pt x="48872" y="1422399"/>
                  </a:lnTo>
                  <a:lnTo>
                    <a:pt x="60082" y="1384299"/>
                  </a:lnTo>
                  <a:lnTo>
                    <a:pt x="72392" y="1333499"/>
                  </a:lnTo>
                  <a:lnTo>
                    <a:pt x="85787" y="1295399"/>
                  </a:lnTo>
                  <a:lnTo>
                    <a:pt x="100251" y="1244599"/>
                  </a:lnTo>
                  <a:lnTo>
                    <a:pt x="115770" y="1206499"/>
                  </a:lnTo>
                  <a:lnTo>
                    <a:pt x="132328" y="1168399"/>
                  </a:lnTo>
                  <a:lnTo>
                    <a:pt x="149910" y="1117599"/>
                  </a:lnTo>
                  <a:lnTo>
                    <a:pt x="168500" y="1079499"/>
                  </a:lnTo>
                  <a:lnTo>
                    <a:pt x="188084" y="1041399"/>
                  </a:lnTo>
                  <a:lnTo>
                    <a:pt x="208646" y="1003299"/>
                  </a:lnTo>
                  <a:lnTo>
                    <a:pt x="230171" y="952499"/>
                  </a:lnTo>
                  <a:lnTo>
                    <a:pt x="252644" y="914399"/>
                  </a:lnTo>
                  <a:lnTo>
                    <a:pt x="276049" y="876299"/>
                  </a:lnTo>
                  <a:lnTo>
                    <a:pt x="300372" y="838199"/>
                  </a:lnTo>
                  <a:lnTo>
                    <a:pt x="325596" y="800099"/>
                  </a:lnTo>
                  <a:lnTo>
                    <a:pt x="351707" y="761999"/>
                  </a:lnTo>
                  <a:lnTo>
                    <a:pt x="378690" y="723899"/>
                  </a:lnTo>
                  <a:lnTo>
                    <a:pt x="406529" y="698499"/>
                  </a:lnTo>
                  <a:lnTo>
                    <a:pt x="435209" y="660399"/>
                  </a:lnTo>
                  <a:lnTo>
                    <a:pt x="464715" y="622299"/>
                  </a:lnTo>
                  <a:lnTo>
                    <a:pt x="495031" y="596899"/>
                  </a:lnTo>
                  <a:lnTo>
                    <a:pt x="526143" y="558799"/>
                  </a:lnTo>
                  <a:lnTo>
                    <a:pt x="558035" y="533399"/>
                  </a:lnTo>
                  <a:lnTo>
                    <a:pt x="590691" y="495299"/>
                  </a:lnTo>
                  <a:lnTo>
                    <a:pt x="624098" y="469899"/>
                  </a:lnTo>
                  <a:lnTo>
                    <a:pt x="658238" y="431799"/>
                  </a:lnTo>
                  <a:lnTo>
                    <a:pt x="693098" y="406399"/>
                  </a:lnTo>
                  <a:lnTo>
                    <a:pt x="728662" y="380999"/>
                  </a:lnTo>
                  <a:lnTo>
                    <a:pt x="764915" y="355599"/>
                  </a:lnTo>
                  <a:lnTo>
                    <a:pt x="801840" y="330199"/>
                  </a:lnTo>
                  <a:lnTo>
                    <a:pt x="839425" y="304799"/>
                  </a:lnTo>
                  <a:lnTo>
                    <a:pt x="877652" y="279399"/>
                  </a:lnTo>
                  <a:lnTo>
                    <a:pt x="916506" y="253999"/>
                  </a:lnTo>
                  <a:lnTo>
                    <a:pt x="955974" y="228599"/>
                  </a:lnTo>
                  <a:lnTo>
                    <a:pt x="996038" y="215899"/>
                  </a:lnTo>
                  <a:lnTo>
                    <a:pt x="1077898" y="165099"/>
                  </a:lnTo>
                  <a:lnTo>
                    <a:pt x="1161964" y="139699"/>
                  </a:lnTo>
                  <a:lnTo>
                    <a:pt x="1204787" y="114299"/>
                  </a:lnTo>
                  <a:lnTo>
                    <a:pt x="1517853" y="25399"/>
                  </a:lnTo>
                  <a:lnTo>
                    <a:pt x="2183105" y="25399"/>
                  </a:lnTo>
                  <a:lnTo>
                    <a:pt x="2496171" y="114299"/>
                  </a:lnTo>
                  <a:lnTo>
                    <a:pt x="2538993" y="139699"/>
                  </a:lnTo>
                  <a:lnTo>
                    <a:pt x="2623059" y="165099"/>
                  </a:lnTo>
                  <a:lnTo>
                    <a:pt x="2704919" y="215899"/>
                  </a:lnTo>
                  <a:lnTo>
                    <a:pt x="2744984" y="228599"/>
                  </a:lnTo>
                  <a:lnTo>
                    <a:pt x="2784451" y="253999"/>
                  </a:lnTo>
                  <a:lnTo>
                    <a:pt x="2823306" y="279399"/>
                  </a:lnTo>
                  <a:lnTo>
                    <a:pt x="2861533" y="304799"/>
                  </a:lnTo>
                  <a:lnTo>
                    <a:pt x="2899117" y="330199"/>
                  </a:lnTo>
                  <a:lnTo>
                    <a:pt x="2936043" y="355599"/>
                  </a:lnTo>
                  <a:lnTo>
                    <a:pt x="2972295" y="380999"/>
                  </a:lnTo>
                  <a:lnTo>
                    <a:pt x="3007859" y="406399"/>
                  </a:lnTo>
                  <a:lnTo>
                    <a:pt x="3042719" y="431799"/>
                  </a:lnTo>
                  <a:lnTo>
                    <a:pt x="3076860" y="469899"/>
                  </a:lnTo>
                  <a:lnTo>
                    <a:pt x="3110266" y="495299"/>
                  </a:lnTo>
                  <a:lnTo>
                    <a:pt x="3142922" y="533399"/>
                  </a:lnTo>
                  <a:lnTo>
                    <a:pt x="3174814" y="558799"/>
                  </a:lnTo>
                  <a:lnTo>
                    <a:pt x="3205926" y="596899"/>
                  </a:lnTo>
                  <a:lnTo>
                    <a:pt x="3236242" y="622299"/>
                  </a:lnTo>
                  <a:lnTo>
                    <a:pt x="3265748" y="660399"/>
                  </a:lnTo>
                  <a:lnTo>
                    <a:pt x="3294428" y="698499"/>
                  </a:lnTo>
                  <a:lnTo>
                    <a:pt x="3322267" y="723899"/>
                  </a:lnTo>
                  <a:lnTo>
                    <a:pt x="3349250" y="761999"/>
                  </a:lnTo>
                  <a:lnTo>
                    <a:pt x="3375361" y="800099"/>
                  </a:lnTo>
                  <a:lnTo>
                    <a:pt x="3400585" y="838199"/>
                  </a:lnTo>
                  <a:lnTo>
                    <a:pt x="3424908" y="876299"/>
                  </a:lnTo>
                  <a:lnTo>
                    <a:pt x="3448313" y="914399"/>
                  </a:lnTo>
                  <a:lnTo>
                    <a:pt x="3470786" y="952499"/>
                  </a:lnTo>
                  <a:lnTo>
                    <a:pt x="3492311" y="1003299"/>
                  </a:lnTo>
                  <a:lnTo>
                    <a:pt x="3512873" y="1041399"/>
                  </a:lnTo>
                  <a:lnTo>
                    <a:pt x="3532457" y="1079499"/>
                  </a:lnTo>
                  <a:lnTo>
                    <a:pt x="3551047" y="1117599"/>
                  </a:lnTo>
                  <a:lnTo>
                    <a:pt x="3568629" y="1168399"/>
                  </a:lnTo>
                  <a:lnTo>
                    <a:pt x="3585187" y="1206499"/>
                  </a:lnTo>
                  <a:lnTo>
                    <a:pt x="3600706" y="1244599"/>
                  </a:lnTo>
                  <a:lnTo>
                    <a:pt x="3615170" y="1295399"/>
                  </a:lnTo>
                  <a:lnTo>
                    <a:pt x="3628565" y="1333499"/>
                  </a:lnTo>
                  <a:lnTo>
                    <a:pt x="3640875" y="1384299"/>
                  </a:lnTo>
                  <a:lnTo>
                    <a:pt x="3652085" y="1422399"/>
                  </a:lnTo>
                  <a:lnTo>
                    <a:pt x="3662180" y="1473199"/>
                  </a:lnTo>
                  <a:lnTo>
                    <a:pt x="3671144" y="1523999"/>
                  </a:lnTo>
                  <a:lnTo>
                    <a:pt x="3678962" y="1562099"/>
                  </a:lnTo>
                  <a:lnTo>
                    <a:pt x="3685619" y="1612899"/>
                  </a:lnTo>
                  <a:lnTo>
                    <a:pt x="3691100" y="1663699"/>
                  </a:lnTo>
                  <a:lnTo>
                    <a:pt x="3695390" y="1701799"/>
                  </a:lnTo>
                  <a:lnTo>
                    <a:pt x="3698473" y="1752599"/>
                  </a:lnTo>
                  <a:lnTo>
                    <a:pt x="3700334" y="1803399"/>
                  </a:lnTo>
                  <a:lnTo>
                    <a:pt x="3700957" y="1854199"/>
                  </a:lnTo>
                  <a:lnTo>
                    <a:pt x="3700334" y="1904999"/>
                  </a:lnTo>
                  <a:lnTo>
                    <a:pt x="3698473" y="1943099"/>
                  </a:lnTo>
                  <a:lnTo>
                    <a:pt x="3695390" y="1993899"/>
                  </a:lnTo>
                  <a:lnTo>
                    <a:pt x="3691100" y="2044699"/>
                  </a:lnTo>
                  <a:lnTo>
                    <a:pt x="3685619" y="2095499"/>
                  </a:lnTo>
                  <a:lnTo>
                    <a:pt x="3678962" y="2133599"/>
                  </a:lnTo>
                  <a:lnTo>
                    <a:pt x="3671144" y="2184399"/>
                  </a:lnTo>
                  <a:lnTo>
                    <a:pt x="3662180" y="2235199"/>
                  </a:lnTo>
                  <a:lnTo>
                    <a:pt x="3652085" y="2273299"/>
                  </a:lnTo>
                  <a:lnTo>
                    <a:pt x="3640875" y="2324099"/>
                  </a:lnTo>
                  <a:lnTo>
                    <a:pt x="3628565" y="2362199"/>
                  </a:lnTo>
                  <a:lnTo>
                    <a:pt x="3615170" y="2412999"/>
                  </a:lnTo>
                  <a:lnTo>
                    <a:pt x="3600706" y="2451099"/>
                  </a:lnTo>
                  <a:lnTo>
                    <a:pt x="3585187" y="2501899"/>
                  </a:lnTo>
                  <a:lnTo>
                    <a:pt x="3568629" y="2539999"/>
                  </a:lnTo>
                  <a:lnTo>
                    <a:pt x="3551047" y="2578099"/>
                  </a:lnTo>
                  <a:lnTo>
                    <a:pt x="3532457" y="2628899"/>
                  </a:lnTo>
                  <a:lnTo>
                    <a:pt x="3512873" y="2666999"/>
                  </a:lnTo>
                  <a:lnTo>
                    <a:pt x="3492311" y="2705099"/>
                  </a:lnTo>
                  <a:lnTo>
                    <a:pt x="3470786" y="2743199"/>
                  </a:lnTo>
                  <a:lnTo>
                    <a:pt x="3448313" y="2781299"/>
                  </a:lnTo>
                  <a:lnTo>
                    <a:pt x="3424908" y="2819399"/>
                  </a:lnTo>
                  <a:lnTo>
                    <a:pt x="3400585" y="2857499"/>
                  </a:lnTo>
                  <a:lnTo>
                    <a:pt x="3375361" y="2895599"/>
                  </a:lnTo>
                  <a:lnTo>
                    <a:pt x="3349250" y="2933699"/>
                  </a:lnTo>
                  <a:lnTo>
                    <a:pt x="3322267" y="2971799"/>
                  </a:lnTo>
                  <a:lnTo>
                    <a:pt x="3294428" y="3009899"/>
                  </a:lnTo>
                  <a:lnTo>
                    <a:pt x="3265748" y="3047999"/>
                  </a:lnTo>
                  <a:lnTo>
                    <a:pt x="3236242" y="3073399"/>
                  </a:lnTo>
                  <a:lnTo>
                    <a:pt x="3205926" y="3111499"/>
                  </a:lnTo>
                  <a:lnTo>
                    <a:pt x="3174814" y="3149599"/>
                  </a:lnTo>
                  <a:lnTo>
                    <a:pt x="3142922" y="3174999"/>
                  </a:lnTo>
                  <a:lnTo>
                    <a:pt x="3110266" y="3213099"/>
                  </a:lnTo>
                  <a:lnTo>
                    <a:pt x="3076860" y="3238499"/>
                  </a:lnTo>
                  <a:lnTo>
                    <a:pt x="3042719" y="3263899"/>
                  </a:lnTo>
                  <a:lnTo>
                    <a:pt x="3007859" y="3289299"/>
                  </a:lnTo>
                  <a:lnTo>
                    <a:pt x="2972295" y="3327399"/>
                  </a:lnTo>
                  <a:lnTo>
                    <a:pt x="2936043" y="3352799"/>
                  </a:lnTo>
                  <a:lnTo>
                    <a:pt x="2899117" y="3378199"/>
                  </a:lnTo>
                  <a:lnTo>
                    <a:pt x="2861533" y="3403599"/>
                  </a:lnTo>
                  <a:lnTo>
                    <a:pt x="2823306" y="3428999"/>
                  </a:lnTo>
                  <a:lnTo>
                    <a:pt x="2784451" y="3454399"/>
                  </a:lnTo>
                  <a:lnTo>
                    <a:pt x="2744984" y="3467099"/>
                  </a:lnTo>
                  <a:lnTo>
                    <a:pt x="2664273" y="3517899"/>
                  </a:lnTo>
                  <a:lnTo>
                    <a:pt x="2623059" y="3530599"/>
                  </a:lnTo>
                  <a:lnTo>
                    <a:pt x="2581295" y="3555999"/>
                  </a:lnTo>
                  <a:lnTo>
                    <a:pt x="2496171" y="3581399"/>
                  </a:lnTo>
                  <a:lnTo>
                    <a:pt x="2452843" y="3606799"/>
                  </a:lnTo>
                  <a:lnTo>
                    <a:pt x="2274777" y="3657599"/>
                  </a:lnTo>
                  <a:close/>
                </a:path>
                <a:path w="3701415" h="3695700">
                  <a:moveTo>
                    <a:pt x="2136663" y="3682999"/>
                  </a:moveTo>
                  <a:lnTo>
                    <a:pt x="1564295" y="3682999"/>
                  </a:lnTo>
                  <a:lnTo>
                    <a:pt x="1471810" y="3657599"/>
                  </a:lnTo>
                  <a:lnTo>
                    <a:pt x="2229148" y="3657599"/>
                  </a:lnTo>
                  <a:lnTo>
                    <a:pt x="2136663" y="3682999"/>
                  </a:lnTo>
                  <a:close/>
                </a:path>
                <a:path w="3701415" h="3695700">
                  <a:moveTo>
                    <a:pt x="2042641" y="3695699"/>
                  </a:moveTo>
                  <a:lnTo>
                    <a:pt x="1658317" y="3695699"/>
                  </a:lnTo>
                  <a:lnTo>
                    <a:pt x="1611122" y="3682999"/>
                  </a:lnTo>
                  <a:lnTo>
                    <a:pt x="2089836" y="3682999"/>
                  </a:lnTo>
                  <a:lnTo>
                    <a:pt x="2042641" y="36956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11212868" y="5331248"/>
              <a:ext cx="3700779" cy="1995170"/>
            </a:xfrm>
            <a:custGeom>
              <a:avLst/>
              <a:gdLst/>
              <a:ahLst/>
              <a:cxnLst/>
              <a:rect l="l" t="t" r="r" b="b"/>
              <a:pathLst>
                <a:path w="3700780" h="1995170">
                  <a:moveTo>
                    <a:pt x="1634145" y="1982408"/>
                  </a:moveTo>
                  <a:lnTo>
                    <a:pt x="1705746" y="1989491"/>
                  </a:lnTo>
                  <a:lnTo>
                    <a:pt x="1753633" y="1992574"/>
                  </a:lnTo>
                  <a:lnTo>
                    <a:pt x="1801842" y="1994435"/>
                  </a:lnTo>
                  <a:lnTo>
                    <a:pt x="1850358" y="1995108"/>
                  </a:lnTo>
                  <a:lnTo>
                    <a:pt x="1898875" y="1994435"/>
                  </a:lnTo>
                  <a:lnTo>
                    <a:pt x="1947084" y="1992574"/>
                  </a:lnTo>
                  <a:lnTo>
                    <a:pt x="1994970" y="1989491"/>
                  </a:lnTo>
                  <a:lnTo>
                    <a:pt x="2042518" y="1985202"/>
                  </a:lnTo>
                  <a:lnTo>
                    <a:pt x="2066572" y="1982408"/>
                  </a:lnTo>
                </a:path>
                <a:path w="3700780" h="1995170">
                  <a:moveTo>
                    <a:pt x="1475428" y="1957008"/>
                  </a:moveTo>
                  <a:lnTo>
                    <a:pt x="1517737" y="1965245"/>
                  </a:lnTo>
                  <a:lnTo>
                    <a:pt x="1564179" y="1973064"/>
                  </a:lnTo>
                  <a:lnTo>
                    <a:pt x="1611004" y="1979721"/>
                  </a:lnTo>
                  <a:lnTo>
                    <a:pt x="1634145" y="1982408"/>
                  </a:lnTo>
                </a:path>
                <a:path w="3700780" h="1995170">
                  <a:moveTo>
                    <a:pt x="2066572" y="1982408"/>
                  </a:moveTo>
                  <a:lnTo>
                    <a:pt x="2089712" y="1979721"/>
                  </a:lnTo>
                  <a:lnTo>
                    <a:pt x="2136538" y="1973064"/>
                  </a:lnTo>
                  <a:lnTo>
                    <a:pt x="2182980" y="1965245"/>
                  </a:lnTo>
                  <a:lnTo>
                    <a:pt x="2225289" y="1957008"/>
                  </a:lnTo>
                </a:path>
                <a:path w="3700780" h="1995170">
                  <a:moveTo>
                    <a:pt x="441" y="102807"/>
                  </a:moveTo>
                  <a:lnTo>
                    <a:pt x="0" y="144605"/>
                  </a:lnTo>
                  <a:lnTo>
                    <a:pt x="528" y="193121"/>
                  </a:lnTo>
                  <a:lnTo>
                    <a:pt x="2331" y="241333"/>
                  </a:lnTo>
                  <a:lnTo>
                    <a:pt x="2408" y="242507"/>
                  </a:lnTo>
                  <a:lnTo>
                    <a:pt x="5471" y="289216"/>
                  </a:lnTo>
                  <a:lnTo>
                    <a:pt x="9761" y="336764"/>
                  </a:lnTo>
                  <a:lnTo>
                    <a:pt x="15242" y="383959"/>
                  </a:lnTo>
                  <a:lnTo>
                    <a:pt x="21899" y="430784"/>
                  </a:lnTo>
                  <a:lnTo>
                    <a:pt x="29717" y="477226"/>
                  </a:lnTo>
                  <a:lnTo>
                    <a:pt x="38681" y="523269"/>
                  </a:lnTo>
                  <a:lnTo>
                    <a:pt x="48776" y="568897"/>
                  </a:lnTo>
                  <a:lnTo>
                    <a:pt x="59986" y="614095"/>
                  </a:lnTo>
                  <a:lnTo>
                    <a:pt x="72296" y="658849"/>
                  </a:lnTo>
                  <a:lnTo>
                    <a:pt x="85690" y="703142"/>
                  </a:lnTo>
                  <a:lnTo>
                    <a:pt x="100155" y="746960"/>
                  </a:lnTo>
                  <a:lnTo>
                    <a:pt x="115673" y="790288"/>
                  </a:lnTo>
                  <a:lnTo>
                    <a:pt x="132231" y="833110"/>
                  </a:lnTo>
                  <a:lnTo>
                    <a:pt x="149813" y="875410"/>
                  </a:lnTo>
                  <a:lnTo>
                    <a:pt x="168403" y="917175"/>
                  </a:lnTo>
                  <a:lnTo>
                    <a:pt x="187986" y="958387"/>
                  </a:lnTo>
                  <a:lnTo>
                    <a:pt x="208548" y="999033"/>
                  </a:lnTo>
                  <a:lnTo>
                    <a:pt x="230073" y="1039097"/>
                  </a:lnTo>
                  <a:lnTo>
                    <a:pt x="252545" y="1078564"/>
                  </a:lnTo>
                  <a:lnTo>
                    <a:pt x="275950" y="1117418"/>
                  </a:lnTo>
                  <a:lnTo>
                    <a:pt x="300272" y="1155645"/>
                  </a:lnTo>
                  <a:lnTo>
                    <a:pt x="325496" y="1193229"/>
                  </a:lnTo>
                  <a:lnTo>
                    <a:pt x="351607" y="1230154"/>
                  </a:lnTo>
                  <a:lnTo>
                    <a:pt x="378590" y="1266406"/>
                  </a:lnTo>
                  <a:lnTo>
                    <a:pt x="406428" y="1301969"/>
                  </a:lnTo>
                  <a:lnTo>
                    <a:pt x="435108" y="1336829"/>
                  </a:lnTo>
                  <a:lnTo>
                    <a:pt x="464613" y="1370969"/>
                  </a:lnTo>
                  <a:lnTo>
                    <a:pt x="494929" y="1404375"/>
                  </a:lnTo>
                  <a:lnTo>
                    <a:pt x="526040" y="1437031"/>
                  </a:lnTo>
                  <a:lnTo>
                    <a:pt x="557932" y="1468922"/>
                  </a:lnTo>
                  <a:lnTo>
                    <a:pt x="590588" y="1500034"/>
                  </a:lnTo>
                  <a:lnTo>
                    <a:pt x="623994" y="1530350"/>
                  </a:lnTo>
                  <a:lnTo>
                    <a:pt x="658134" y="1559855"/>
                  </a:lnTo>
                  <a:lnTo>
                    <a:pt x="692914" y="1588644"/>
                  </a:lnTo>
                  <a:lnTo>
                    <a:pt x="728557" y="1616373"/>
                  </a:lnTo>
                  <a:lnTo>
                    <a:pt x="764809" y="1643356"/>
                  </a:lnTo>
                  <a:lnTo>
                    <a:pt x="801734" y="1669466"/>
                  </a:lnTo>
                  <a:lnTo>
                    <a:pt x="839318" y="1694691"/>
                  </a:lnTo>
                  <a:lnTo>
                    <a:pt x="877544" y="1719013"/>
                  </a:lnTo>
                  <a:lnTo>
                    <a:pt x="916399" y="1742417"/>
                  </a:lnTo>
                  <a:lnTo>
                    <a:pt x="955865" y="1764890"/>
                  </a:lnTo>
                  <a:lnTo>
                    <a:pt x="995929" y="1786415"/>
                  </a:lnTo>
                  <a:lnTo>
                    <a:pt x="1036575" y="1806976"/>
                  </a:lnTo>
                  <a:lnTo>
                    <a:pt x="1077788" y="1826560"/>
                  </a:lnTo>
                  <a:lnTo>
                    <a:pt x="1119553" y="1845150"/>
                  </a:lnTo>
                  <a:lnTo>
                    <a:pt x="1161853" y="1862732"/>
                  </a:lnTo>
                  <a:lnTo>
                    <a:pt x="1204675" y="1879290"/>
                  </a:lnTo>
                  <a:lnTo>
                    <a:pt x="1248002" y="1894808"/>
                  </a:lnTo>
                  <a:lnTo>
                    <a:pt x="1291821" y="1909273"/>
                  </a:lnTo>
                  <a:lnTo>
                    <a:pt x="1336114" y="1922667"/>
                  </a:lnTo>
                  <a:lnTo>
                    <a:pt x="1380868" y="1934977"/>
                  </a:lnTo>
                  <a:lnTo>
                    <a:pt x="1426066" y="1946187"/>
                  </a:lnTo>
                  <a:lnTo>
                    <a:pt x="1471694" y="1956281"/>
                  </a:lnTo>
                  <a:lnTo>
                    <a:pt x="1475428" y="1957008"/>
                  </a:lnTo>
                </a:path>
                <a:path w="3700780" h="1995170">
                  <a:moveTo>
                    <a:pt x="2225289" y="1957008"/>
                  </a:moveTo>
                  <a:lnTo>
                    <a:pt x="2274651" y="1946187"/>
                  </a:lnTo>
                  <a:lnTo>
                    <a:pt x="2319849" y="1934977"/>
                  </a:lnTo>
                  <a:lnTo>
                    <a:pt x="2364603" y="1922667"/>
                  </a:lnTo>
                  <a:lnTo>
                    <a:pt x="2408896" y="1909273"/>
                  </a:lnTo>
                  <a:lnTo>
                    <a:pt x="2452714" y="1894808"/>
                  </a:lnTo>
                  <a:lnTo>
                    <a:pt x="2496042" y="1879290"/>
                  </a:lnTo>
                  <a:lnTo>
                    <a:pt x="2538863" y="1862732"/>
                  </a:lnTo>
                  <a:lnTo>
                    <a:pt x="2581164" y="1845150"/>
                  </a:lnTo>
                  <a:lnTo>
                    <a:pt x="2622928" y="1826560"/>
                  </a:lnTo>
                  <a:lnTo>
                    <a:pt x="2664141" y="1806976"/>
                  </a:lnTo>
                  <a:lnTo>
                    <a:pt x="2704787" y="1786415"/>
                  </a:lnTo>
                  <a:lnTo>
                    <a:pt x="2744851" y="1764890"/>
                  </a:lnTo>
                  <a:lnTo>
                    <a:pt x="2784318" y="1742417"/>
                  </a:lnTo>
                  <a:lnTo>
                    <a:pt x="2823172" y="1719013"/>
                  </a:lnTo>
                  <a:lnTo>
                    <a:pt x="2861399" y="1694691"/>
                  </a:lnTo>
                  <a:lnTo>
                    <a:pt x="2898982" y="1669466"/>
                  </a:lnTo>
                  <a:lnTo>
                    <a:pt x="2935908" y="1643356"/>
                  </a:lnTo>
                  <a:lnTo>
                    <a:pt x="2972160" y="1616373"/>
                  </a:lnTo>
                  <a:lnTo>
                    <a:pt x="3007831" y="1588636"/>
                  </a:lnTo>
                  <a:lnTo>
                    <a:pt x="3042582" y="1559855"/>
                  </a:lnTo>
                  <a:lnTo>
                    <a:pt x="3076723" y="1530350"/>
                  </a:lnTo>
                  <a:lnTo>
                    <a:pt x="3110129" y="1500034"/>
                  </a:lnTo>
                  <a:lnTo>
                    <a:pt x="3142785" y="1468922"/>
                  </a:lnTo>
                  <a:lnTo>
                    <a:pt x="3174676" y="1437031"/>
                  </a:lnTo>
                  <a:lnTo>
                    <a:pt x="3205788" y="1404375"/>
                  </a:lnTo>
                  <a:lnTo>
                    <a:pt x="3236104" y="1370969"/>
                  </a:lnTo>
                  <a:lnTo>
                    <a:pt x="3265609" y="1336829"/>
                  </a:lnTo>
                  <a:lnTo>
                    <a:pt x="3294289" y="1301969"/>
                  </a:lnTo>
                  <a:lnTo>
                    <a:pt x="3322127" y="1266406"/>
                  </a:lnTo>
                  <a:lnTo>
                    <a:pt x="3349110" y="1230154"/>
                  </a:lnTo>
                  <a:lnTo>
                    <a:pt x="3375220" y="1193229"/>
                  </a:lnTo>
                  <a:lnTo>
                    <a:pt x="3400444" y="1155645"/>
                  </a:lnTo>
                  <a:lnTo>
                    <a:pt x="3424767" y="1117418"/>
                  </a:lnTo>
                  <a:lnTo>
                    <a:pt x="3448171" y="1078564"/>
                  </a:lnTo>
                  <a:lnTo>
                    <a:pt x="3470644" y="1039097"/>
                  </a:lnTo>
                  <a:lnTo>
                    <a:pt x="3492169" y="999033"/>
                  </a:lnTo>
                  <a:lnTo>
                    <a:pt x="3512730" y="958387"/>
                  </a:lnTo>
                  <a:lnTo>
                    <a:pt x="3532314" y="917175"/>
                  </a:lnTo>
                  <a:lnTo>
                    <a:pt x="3550904" y="875410"/>
                  </a:lnTo>
                  <a:lnTo>
                    <a:pt x="3568486" y="833110"/>
                  </a:lnTo>
                  <a:lnTo>
                    <a:pt x="3585044" y="790288"/>
                  </a:lnTo>
                  <a:lnTo>
                    <a:pt x="3600562" y="746960"/>
                  </a:lnTo>
                  <a:lnTo>
                    <a:pt x="3615026" y="703142"/>
                  </a:lnTo>
                  <a:lnTo>
                    <a:pt x="3628421" y="658849"/>
                  </a:lnTo>
                  <a:lnTo>
                    <a:pt x="3640731" y="614095"/>
                  </a:lnTo>
                  <a:lnTo>
                    <a:pt x="3651941" y="568897"/>
                  </a:lnTo>
                  <a:lnTo>
                    <a:pt x="3662035" y="523269"/>
                  </a:lnTo>
                  <a:lnTo>
                    <a:pt x="3670999" y="477226"/>
                  </a:lnTo>
                  <a:lnTo>
                    <a:pt x="3678818" y="430784"/>
                  </a:lnTo>
                  <a:lnTo>
                    <a:pt x="3685475" y="383959"/>
                  </a:lnTo>
                  <a:lnTo>
                    <a:pt x="3690956" y="336764"/>
                  </a:lnTo>
                  <a:lnTo>
                    <a:pt x="3695245" y="289216"/>
                  </a:lnTo>
                  <a:lnTo>
                    <a:pt x="3698253" y="242500"/>
                  </a:lnTo>
                  <a:lnTo>
                    <a:pt x="3700189" y="193121"/>
                  </a:lnTo>
                  <a:lnTo>
                    <a:pt x="3700752" y="144605"/>
                  </a:lnTo>
                  <a:lnTo>
                    <a:pt x="3700267" y="102808"/>
                  </a:lnTo>
                </a:path>
                <a:path w="3700780" h="1995170">
                  <a:moveTo>
                    <a:pt x="3698487" y="52004"/>
                  </a:moveTo>
                  <a:lnTo>
                    <a:pt x="3698228" y="47885"/>
                  </a:lnTo>
                  <a:lnTo>
                    <a:pt x="3695321" y="1207"/>
                  </a:lnTo>
                  <a:lnTo>
                    <a:pt x="3695184" y="0"/>
                  </a:lnTo>
                </a:path>
              </a:pathLst>
            </a:custGeom>
            <a:ln w="380999">
              <a:solidFill>
                <a:srgbClr val="387D59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1" name="object 11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1704687" y="4734005"/>
              <a:ext cx="2752724" cy="1485899"/>
            </a:xfrm>
            <a:prstGeom prst="rect">
              <a:avLst/>
            </a:prstGeom>
          </p:spPr>
        </p:pic>
        <p:pic>
          <p:nvPicPr>
            <p:cNvPr id="12" name="object 12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6322123" y="7754893"/>
              <a:ext cx="1965876" cy="2532105"/>
            </a:xfrm>
            <a:prstGeom prst="rect">
              <a:avLst/>
            </a:prstGeom>
          </p:spPr>
        </p:pic>
      </p:grpSp>
      <p:sp>
        <p:nvSpPr>
          <p:cNvPr id="13" name="object 13"/>
          <p:cNvSpPr txBox="1">
            <a:spLocks noGrp="1"/>
          </p:cNvSpPr>
          <p:nvPr>
            <p:ph type="title"/>
          </p:nvPr>
        </p:nvSpPr>
        <p:spPr>
          <a:xfrm>
            <a:off x="1399901" y="1174092"/>
            <a:ext cx="6255385" cy="12446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0" spc="935">
                <a:solidFill>
                  <a:srgbClr val="231F20"/>
                </a:solidFill>
              </a:rPr>
              <a:t>Objective</a:t>
            </a:r>
            <a:r>
              <a:rPr dirty="0" sz="8000" spc="155">
                <a:solidFill>
                  <a:srgbClr val="231F20"/>
                </a:solidFill>
              </a:rPr>
              <a:t>s</a:t>
            </a:r>
            <a:endParaRPr sz="8000"/>
          </a:p>
        </p:txBody>
      </p:sp>
      <p:pic>
        <p:nvPicPr>
          <p:cNvPr id="14" name="object 14" descr="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0" y="0"/>
            <a:ext cx="2055578" cy="2855785"/>
          </a:xfrm>
          <a:prstGeom prst="rect">
            <a:avLst/>
          </a:prstGeom>
        </p:spPr>
      </p:pic>
      <p:sp>
        <p:nvSpPr>
          <p:cNvPr id="15" name="object 15" descr=""/>
          <p:cNvSpPr txBox="1"/>
          <p:nvPr/>
        </p:nvSpPr>
        <p:spPr>
          <a:xfrm>
            <a:off x="1437202" y="2488133"/>
            <a:ext cx="6864984" cy="6599555"/>
          </a:xfrm>
          <a:prstGeom prst="rect">
            <a:avLst/>
          </a:prstGeom>
        </p:spPr>
        <p:txBody>
          <a:bodyPr wrap="square" lIns="0" tIns="431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40"/>
              </a:spcBef>
            </a:pPr>
            <a:r>
              <a:rPr dirty="0" sz="2400" spc="300" b="1">
                <a:solidFill>
                  <a:srgbClr val="387D59"/>
                </a:solidFill>
                <a:latin typeface="Trebuchet MS"/>
                <a:cs typeface="Trebuchet MS"/>
              </a:rPr>
              <a:t>Identify</a:t>
            </a:r>
            <a:r>
              <a:rPr dirty="0" sz="2400" spc="275" b="1">
                <a:solidFill>
                  <a:srgbClr val="387D59"/>
                </a:solidFill>
                <a:latin typeface="Trebuchet MS"/>
                <a:cs typeface="Trebuchet MS"/>
              </a:rPr>
              <a:t> </a:t>
            </a:r>
            <a:r>
              <a:rPr dirty="0" sz="2400" spc="459" b="1">
                <a:solidFill>
                  <a:srgbClr val="387D59"/>
                </a:solidFill>
                <a:latin typeface="Trebuchet MS"/>
                <a:cs typeface="Trebuchet MS"/>
              </a:rPr>
              <a:t>packaging</a:t>
            </a:r>
            <a:r>
              <a:rPr dirty="0" sz="2400" spc="280" b="1">
                <a:solidFill>
                  <a:srgbClr val="387D59"/>
                </a:solidFill>
                <a:latin typeface="Trebuchet MS"/>
                <a:cs typeface="Trebuchet MS"/>
              </a:rPr>
              <a:t> </a:t>
            </a:r>
            <a:r>
              <a:rPr dirty="0" sz="2400" spc="360" b="1">
                <a:solidFill>
                  <a:srgbClr val="387D59"/>
                </a:solidFill>
                <a:latin typeface="Trebuchet MS"/>
                <a:cs typeface="Trebuchet MS"/>
              </a:rPr>
              <a:t>pain</a:t>
            </a:r>
            <a:r>
              <a:rPr dirty="0" sz="2400" spc="275" b="1">
                <a:solidFill>
                  <a:srgbClr val="387D59"/>
                </a:solidFill>
                <a:latin typeface="Trebuchet MS"/>
                <a:cs typeface="Trebuchet MS"/>
              </a:rPr>
              <a:t> </a:t>
            </a:r>
            <a:r>
              <a:rPr dirty="0" sz="2400" spc="330" b="1">
                <a:solidFill>
                  <a:srgbClr val="387D59"/>
                </a:solidFill>
                <a:latin typeface="Trebuchet MS"/>
                <a:cs typeface="Trebuchet MS"/>
              </a:rPr>
              <a:t>points</a:t>
            </a:r>
            <a:endParaRPr sz="2400">
              <a:latin typeface="Trebuchet MS"/>
              <a:cs typeface="Trebuchet MS"/>
            </a:endParaRPr>
          </a:p>
          <a:p>
            <a:pPr marL="12700" marR="451484">
              <a:lnSpc>
                <a:spcPts val="2700"/>
              </a:lnSpc>
              <a:spcBef>
                <a:spcPts val="40"/>
              </a:spcBef>
            </a:pPr>
            <a:r>
              <a:rPr dirty="0" sz="2000" spc="175">
                <a:solidFill>
                  <a:srgbClr val="231F20"/>
                </a:solidFill>
                <a:latin typeface="Lucida Sans Unicode"/>
                <a:cs typeface="Lucida Sans Unicode"/>
              </a:rPr>
              <a:t>Pinpoint</a:t>
            </a:r>
            <a:r>
              <a:rPr dirty="0" sz="2000" spc="310">
                <a:solidFill>
                  <a:srgbClr val="231F20"/>
                </a:solidFill>
                <a:latin typeface="Lucida Sans Unicode"/>
                <a:cs typeface="Lucida Sans Unicode"/>
              </a:rPr>
              <a:t> </a:t>
            </a:r>
            <a:r>
              <a:rPr dirty="0" sz="2000" spc="204">
                <a:solidFill>
                  <a:srgbClr val="231F20"/>
                </a:solidFill>
                <a:latin typeface="Lucida Sans Unicode"/>
                <a:cs typeface="Lucida Sans Unicode"/>
              </a:rPr>
              <a:t>which</a:t>
            </a:r>
            <a:r>
              <a:rPr dirty="0" sz="2000" spc="315">
                <a:solidFill>
                  <a:srgbClr val="231F20"/>
                </a:solidFill>
                <a:latin typeface="Lucida Sans Unicode"/>
                <a:cs typeface="Lucida Sans Unicode"/>
              </a:rPr>
              <a:t> </a:t>
            </a:r>
            <a:r>
              <a:rPr dirty="0" sz="2000" spc="245">
                <a:solidFill>
                  <a:srgbClr val="231F20"/>
                </a:solidFill>
                <a:latin typeface="Lucida Sans Unicode"/>
                <a:cs typeface="Lucida Sans Unicode"/>
              </a:rPr>
              <a:t>components</a:t>
            </a:r>
            <a:r>
              <a:rPr dirty="0" sz="2000" spc="315">
                <a:solidFill>
                  <a:srgbClr val="231F20"/>
                </a:solidFill>
                <a:latin typeface="Lucida Sans Unicode"/>
                <a:cs typeface="Lucida Sans Unicode"/>
              </a:rPr>
              <a:t> </a:t>
            </a:r>
            <a:r>
              <a:rPr dirty="0" sz="2000" spc="180">
                <a:solidFill>
                  <a:srgbClr val="231F20"/>
                </a:solidFill>
                <a:latin typeface="Lucida Sans Unicode"/>
                <a:cs typeface="Lucida Sans Unicode"/>
              </a:rPr>
              <a:t>drive</a:t>
            </a:r>
            <a:r>
              <a:rPr dirty="0" sz="2000" spc="315">
                <a:solidFill>
                  <a:srgbClr val="231F20"/>
                </a:solidFill>
                <a:latin typeface="Lucida Sans Unicode"/>
                <a:cs typeface="Lucida Sans Unicode"/>
              </a:rPr>
              <a:t> </a:t>
            </a:r>
            <a:r>
              <a:rPr dirty="0" sz="2000" spc="175">
                <a:solidFill>
                  <a:srgbClr val="231F20"/>
                </a:solidFill>
                <a:latin typeface="Lucida Sans Unicode"/>
                <a:cs typeface="Lucida Sans Unicode"/>
              </a:rPr>
              <a:t>the</a:t>
            </a:r>
            <a:r>
              <a:rPr dirty="0" sz="2000" spc="310">
                <a:solidFill>
                  <a:srgbClr val="231F20"/>
                </a:solidFill>
                <a:latin typeface="Lucida Sans Unicode"/>
                <a:cs typeface="Lucida Sans Unicode"/>
              </a:rPr>
              <a:t> </a:t>
            </a:r>
            <a:r>
              <a:rPr dirty="0" sz="2000" spc="180">
                <a:solidFill>
                  <a:srgbClr val="231F20"/>
                </a:solidFill>
                <a:latin typeface="Lucida Sans Unicode"/>
                <a:cs typeface="Lucida Sans Unicode"/>
              </a:rPr>
              <a:t>most </a:t>
            </a:r>
            <a:r>
              <a:rPr dirty="0" sz="2000" spc="210">
                <a:solidFill>
                  <a:srgbClr val="231F20"/>
                </a:solidFill>
                <a:latin typeface="Lucida Sans Unicode"/>
                <a:cs typeface="Lucida Sans Unicode"/>
              </a:rPr>
              <a:t>dissatisfaction</a:t>
            </a:r>
            <a:r>
              <a:rPr dirty="0" sz="2000" spc="325">
                <a:solidFill>
                  <a:srgbClr val="231F20"/>
                </a:solidFill>
                <a:latin typeface="Lucida Sans Unicode"/>
                <a:cs typeface="Lucida Sans Unicode"/>
              </a:rPr>
              <a:t> </a:t>
            </a:r>
            <a:r>
              <a:rPr dirty="0" sz="2000" spc="250">
                <a:solidFill>
                  <a:srgbClr val="231F20"/>
                </a:solidFill>
                <a:latin typeface="Lucida Sans Unicode"/>
                <a:cs typeface="Lucida Sans Unicode"/>
              </a:rPr>
              <a:t>and</a:t>
            </a:r>
            <a:r>
              <a:rPr dirty="0" sz="2000" spc="330">
                <a:solidFill>
                  <a:srgbClr val="231F20"/>
                </a:solidFill>
                <a:latin typeface="Lucida Sans Unicode"/>
                <a:cs typeface="Lucida Sans Unicode"/>
              </a:rPr>
              <a:t> </a:t>
            </a:r>
            <a:r>
              <a:rPr dirty="0" sz="2000" spc="150">
                <a:solidFill>
                  <a:srgbClr val="231F20"/>
                </a:solidFill>
                <a:latin typeface="Lucida Sans Unicode"/>
                <a:cs typeface="Lucida Sans Unicode"/>
              </a:rPr>
              <a:t>churn.</a:t>
            </a:r>
            <a:endParaRPr sz="2000">
              <a:latin typeface="Lucida Sans Unicode"/>
              <a:cs typeface="Lucida Sans Unicode"/>
            </a:endParaRPr>
          </a:p>
          <a:p>
            <a:pPr>
              <a:lnSpc>
                <a:spcPct val="100000"/>
              </a:lnSpc>
              <a:spcBef>
                <a:spcPts val="2140"/>
              </a:spcBef>
            </a:pPr>
            <a:endParaRPr sz="2000">
              <a:latin typeface="Lucida Sans Unicode"/>
              <a:cs typeface="Lucida Sans Unicode"/>
            </a:endParaRPr>
          </a:p>
          <a:p>
            <a:pPr marL="12700">
              <a:lnSpc>
                <a:spcPct val="100000"/>
              </a:lnSpc>
            </a:pPr>
            <a:r>
              <a:rPr dirty="0" sz="2400" spc="345" b="1">
                <a:solidFill>
                  <a:srgbClr val="387D59"/>
                </a:solidFill>
                <a:latin typeface="Trebuchet MS"/>
                <a:cs typeface="Trebuchet MS"/>
              </a:rPr>
              <a:t>Evaluate</a:t>
            </a:r>
            <a:r>
              <a:rPr dirty="0" sz="2400" spc="290" b="1">
                <a:solidFill>
                  <a:srgbClr val="387D59"/>
                </a:solidFill>
                <a:latin typeface="Trebuchet MS"/>
                <a:cs typeface="Trebuchet MS"/>
              </a:rPr>
              <a:t> </a:t>
            </a:r>
            <a:r>
              <a:rPr dirty="0" sz="2400" spc="390" b="1">
                <a:solidFill>
                  <a:srgbClr val="387D59"/>
                </a:solidFill>
                <a:latin typeface="Trebuchet MS"/>
                <a:cs typeface="Trebuchet MS"/>
              </a:rPr>
              <a:t>sustainable</a:t>
            </a:r>
            <a:r>
              <a:rPr dirty="0" sz="2400" spc="295" b="1">
                <a:solidFill>
                  <a:srgbClr val="387D59"/>
                </a:solidFill>
                <a:latin typeface="Trebuchet MS"/>
                <a:cs typeface="Trebuchet MS"/>
              </a:rPr>
              <a:t> </a:t>
            </a:r>
            <a:r>
              <a:rPr dirty="0" sz="2400" spc="335" b="1">
                <a:solidFill>
                  <a:srgbClr val="387D59"/>
                </a:solidFill>
                <a:latin typeface="Trebuchet MS"/>
                <a:cs typeface="Trebuchet MS"/>
              </a:rPr>
              <a:t>alternatives</a:t>
            </a:r>
            <a:endParaRPr sz="24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204"/>
              </a:spcBef>
            </a:pPr>
            <a:r>
              <a:rPr dirty="0" sz="2000" spc="185">
                <a:solidFill>
                  <a:srgbClr val="231F20"/>
                </a:solidFill>
                <a:latin typeface="Lucida Sans Unicode"/>
                <a:cs typeface="Lucida Sans Unicode"/>
              </a:rPr>
              <a:t>Assess</a:t>
            </a:r>
            <a:r>
              <a:rPr dirty="0" sz="2000" spc="300">
                <a:solidFill>
                  <a:srgbClr val="231F20"/>
                </a:solidFill>
                <a:latin typeface="Lucida Sans Unicode"/>
                <a:cs typeface="Lucida Sans Unicode"/>
              </a:rPr>
              <a:t> </a:t>
            </a:r>
            <a:r>
              <a:rPr dirty="0" sz="2000" spc="220">
                <a:solidFill>
                  <a:srgbClr val="231F20"/>
                </a:solidFill>
                <a:latin typeface="Lucida Sans Unicode"/>
                <a:cs typeface="Lucida Sans Unicode"/>
              </a:rPr>
              <a:t>viable</a:t>
            </a:r>
            <a:r>
              <a:rPr dirty="0" sz="2000" spc="305">
                <a:solidFill>
                  <a:srgbClr val="231F20"/>
                </a:solidFill>
                <a:latin typeface="Lucida Sans Unicode"/>
                <a:cs typeface="Lucida Sans Unicode"/>
              </a:rPr>
              <a:t> </a:t>
            </a:r>
            <a:r>
              <a:rPr dirty="0" sz="2000" spc="254">
                <a:solidFill>
                  <a:srgbClr val="231F20"/>
                </a:solidFill>
                <a:latin typeface="Lucida Sans Unicode"/>
                <a:cs typeface="Lucida Sans Unicode"/>
              </a:rPr>
              <a:t>replacements</a:t>
            </a:r>
            <a:r>
              <a:rPr dirty="0" sz="2000" spc="300">
                <a:solidFill>
                  <a:srgbClr val="231F20"/>
                </a:solidFill>
                <a:latin typeface="Lucida Sans Unicode"/>
                <a:cs typeface="Lucida Sans Unicode"/>
              </a:rPr>
              <a:t> </a:t>
            </a:r>
            <a:r>
              <a:rPr dirty="0" sz="2000" spc="229">
                <a:solidFill>
                  <a:srgbClr val="231F20"/>
                </a:solidFill>
                <a:latin typeface="Lucida Sans Unicode"/>
                <a:cs typeface="Lucida Sans Unicode"/>
              </a:rPr>
              <a:t>against</a:t>
            </a:r>
            <a:endParaRPr sz="2000">
              <a:latin typeface="Lucida Sans Unicode"/>
              <a:cs typeface="Lucida Sans Unicode"/>
            </a:endParaRPr>
          </a:p>
          <a:p>
            <a:pPr marL="12700" marR="401320">
              <a:lnSpc>
                <a:spcPct val="112500"/>
              </a:lnSpc>
            </a:pPr>
            <a:r>
              <a:rPr dirty="0" sz="2000" spc="210">
                <a:solidFill>
                  <a:srgbClr val="231F20"/>
                </a:solidFill>
                <a:latin typeface="Lucida Sans Unicode"/>
                <a:cs typeface="Lucida Sans Unicode"/>
              </a:rPr>
              <a:t>environmental,</a:t>
            </a:r>
            <a:r>
              <a:rPr dirty="0" sz="2000" spc="295">
                <a:solidFill>
                  <a:srgbClr val="231F20"/>
                </a:solidFill>
                <a:latin typeface="Lucida Sans Unicode"/>
                <a:cs typeface="Lucida Sans Unicode"/>
              </a:rPr>
              <a:t> </a:t>
            </a:r>
            <a:r>
              <a:rPr dirty="0" sz="2000" spc="170">
                <a:solidFill>
                  <a:srgbClr val="231F20"/>
                </a:solidFill>
                <a:latin typeface="Lucida Sans Unicode"/>
                <a:cs typeface="Lucida Sans Unicode"/>
              </a:rPr>
              <a:t>food</a:t>
            </a:r>
            <a:r>
              <a:rPr dirty="0" sz="2000" spc="300">
                <a:solidFill>
                  <a:srgbClr val="231F20"/>
                </a:solidFill>
                <a:latin typeface="Lucida Sans Unicode"/>
                <a:cs typeface="Lucida Sans Unicode"/>
              </a:rPr>
              <a:t> </a:t>
            </a:r>
            <a:r>
              <a:rPr dirty="0" sz="2000" spc="180">
                <a:solidFill>
                  <a:srgbClr val="231F20"/>
                </a:solidFill>
                <a:latin typeface="Lucida Sans Unicode"/>
                <a:cs typeface="Lucida Sans Unicode"/>
              </a:rPr>
              <a:t>safety,</a:t>
            </a:r>
            <a:r>
              <a:rPr dirty="0" sz="2000" spc="300">
                <a:solidFill>
                  <a:srgbClr val="231F20"/>
                </a:solidFill>
                <a:latin typeface="Lucida Sans Unicode"/>
                <a:cs typeface="Lucida Sans Unicode"/>
              </a:rPr>
              <a:t> </a:t>
            </a:r>
            <a:r>
              <a:rPr dirty="0" sz="2000" spc="204">
                <a:solidFill>
                  <a:srgbClr val="231F20"/>
                </a:solidFill>
                <a:latin typeface="Lucida Sans Unicode"/>
                <a:cs typeface="Lucida Sans Unicode"/>
              </a:rPr>
              <a:t>cold</a:t>
            </a:r>
            <a:r>
              <a:rPr dirty="0" sz="2000" spc="295">
                <a:solidFill>
                  <a:srgbClr val="231F20"/>
                </a:solidFill>
                <a:latin typeface="Lucida Sans Unicode"/>
                <a:cs typeface="Lucida Sans Unicode"/>
              </a:rPr>
              <a:t> </a:t>
            </a:r>
            <a:r>
              <a:rPr dirty="0" sz="2000" spc="235">
                <a:solidFill>
                  <a:srgbClr val="231F20"/>
                </a:solidFill>
                <a:latin typeface="Lucida Sans Unicode"/>
                <a:cs typeface="Lucida Sans Unicode"/>
              </a:rPr>
              <a:t>chain</a:t>
            </a:r>
            <a:r>
              <a:rPr dirty="0" sz="2000" spc="300">
                <a:solidFill>
                  <a:srgbClr val="231F20"/>
                </a:solidFill>
                <a:latin typeface="Lucida Sans Unicode"/>
                <a:cs typeface="Lucida Sans Unicode"/>
              </a:rPr>
              <a:t> </a:t>
            </a:r>
            <a:r>
              <a:rPr dirty="0" sz="2000" spc="225">
                <a:solidFill>
                  <a:srgbClr val="231F20"/>
                </a:solidFill>
                <a:latin typeface="Lucida Sans Unicode"/>
                <a:cs typeface="Lucida Sans Unicode"/>
              </a:rPr>
              <a:t>and </a:t>
            </a:r>
            <a:r>
              <a:rPr dirty="0" sz="2000" spc="200">
                <a:solidFill>
                  <a:srgbClr val="231F20"/>
                </a:solidFill>
                <a:latin typeface="Lucida Sans Unicode"/>
                <a:cs typeface="Lucida Sans Unicode"/>
              </a:rPr>
              <a:t>cost</a:t>
            </a:r>
            <a:r>
              <a:rPr dirty="0" sz="2000" spc="295">
                <a:solidFill>
                  <a:srgbClr val="231F20"/>
                </a:solidFill>
                <a:latin typeface="Lucida Sans Unicode"/>
                <a:cs typeface="Lucida Sans Unicode"/>
              </a:rPr>
              <a:t> </a:t>
            </a:r>
            <a:r>
              <a:rPr dirty="0" sz="2000" spc="160">
                <a:solidFill>
                  <a:srgbClr val="231F20"/>
                </a:solidFill>
                <a:latin typeface="Lucida Sans Unicode"/>
                <a:cs typeface="Lucida Sans Unicode"/>
              </a:rPr>
              <a:t>criteria.</a:t>
            </a:r>
            <a:endParaRPr sz="2000">
              <a:latin typeface="Lucida Sans Unicode"/>
              <a:cs typeface="Lucida Sans Unicode"/>
            </a:endParaRPr>
          </a:p>
          <a:p>
            <a:pPr>
              <a:lnSpc>
                <a:spcPct val="100000"/>
              </a:lnSpc>
              <a:spcBef>
                <a:spcPts val="2295"/>
              </a:spcBef>
            </a:pPr>
            <a:endParaRPr sz="2000">
              <a:latin typeface="Lucida Sans Unicode"/>
              <a:cs typeface="Lucida Sans Unicode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2400" spc="295" b="1">
                <a:solidFill>
                  <a:srgbClr val="387D59"/>
                </a:solidFill>
                <a:latin typeface="Trebuchet MS"/>
                <a:cs typeface="Trebuchet MS"/>
              </a:rPr>
              <a:t>Build</a:t>
            </a:r>
            <a:r>
              <a:rPr dirty="0" sz="2400" spc="265" b="1">
                <a:solidFill>
                  <a:srgbClr val="387D59"/>
                </a:solidFill>
                <a:latin typeface="Trebuchet MS"/>
                <a:cs typeface="Trebuchet MS"/>
              </a:rPr>
              <a:t> </a:t>
            </a:r>
            <a:r>
              <a:rPr dirty="0" sz="2400" spc="254" b="1">
                <a:solidFill>
                  <a:srgbClr val="387D59"/>
                </a:solidFill>
                <a:latin typeface="Trebuchet MS"/>
                <a:cs typeface="Trebuchet MS"/>
              </a:rPr>
              <a:t>the</a:t>
            </a:r>
            <a:r>
              <a:rPr dirty="0" sz="2400" spc="270" b="1">
                <a:solidFill>
                  <a:srgbClr val="387D59"/>
                </a:solidFill>
                <a:latin typeface="Trebuchet MS"/>
                <a:cs typeface="Trebuchet MS"/>
              </a:rPr>
              <a:t> </a:t>
            </a:r>
            <a:r>
              <a:rPr dirty="0" sz="2400" spc="390" b="1">
                <a:solidFill>
                  <a:srgbClr val="387D59"/>
                </a:solidFill>
                <a:latin typeface="Trebuchet MS"/>
                <a:cs typeface="Trebuchet MS"/>
              </a:rPr>
              <a:t>economic</a:t>
            </a:r>
            <a:r>
              <a:rPr dirty="0" sz="2400" spc="270" b="1">
                <a:solidFill>
                  <a:srgbClr val="387D59"/>
                </a:solidFill>
                <a:latin typeface="Trebuchet MS"/>
                <a:cs typeface="Trebuchet MS"/>
              </a:rPr>
              <a:t> </a:t>
            </a:r>
            <a:r>
              <a:rPr dirty="0" sz="2400" spc="390" b="1">
                <a:solidFill>
                  <a:srgbClr val="387D59"/>
                </a:solidFill>
                <a:latin typeface="Trebuchet MS"/>
                <a:cs typeface="Trebuchet MS"/>
              </a:rPr>
              <a:t>case</a:t>
            </a:r>
            <a:endParaRPr sz="2400">
              <a:latin typeface="Trebuchet MS"/>
              <a:cs typeface="Trebuchet MS"/>
            </a:endParaRPr>
          </a:p>
          <a:p>
            <a:pPr marL="12700" marR="431165">
              <a:lnSpc>
                <a:spcPts val="2700"/>
              </a:lnSpc>
              <a:spcBef>
                <a:spcPts val="40"/>
              </a:spcBef>
            </a:pPr>
            <a:r>
              <a:rPr dirty="0" sz="2000" spc="195">
                <a:solidFill>
                  <a:srgbClr val="231F20"/>
                </a:solidFill>
                <a:latin typeface="Lucida Sans Unicode"/>
                <a:cs typeface="Lucida Sans Unicode"/>
              </a:rPr>
              <a:t>Quantify</a:t>
            </a:r>
            <a:r>
              <a:rPr dirty="0" sz="2000" spc="300">
                <a:solidFill>
                  <a:srgbClr val="231F20"/>
                </a:solidFill>
                <a:latin typeface="Lucida Sans Unicode"/>
                <a:cs typeface="Lucida Sans Unicode"/>
              </a:rPr>
              <a:t> </a:t>
            </a:r>
            <a:r>
              <a:rPr dirty="0" sz="2000" spc="175">
                <a:solidFill>
                  <a:srgbClr val="231F20"/>
                </a:solidFill>
                <a:latin typeface="Lucida Sans Unicode"/>
                <a:cs typeface="Lucida Sans Unicode"/>
              </a:rPr>
              <a:t>the</a:t>
            </a:r>
            <a:r>
              <a:rPr dirty="0" sz="2000" spc="300">
                <a:solidFill>
                  <a:srgbClr val="231F20"/>
                </a:solidFill>
                <a:latin typeface="Lucida Sans Unicode"/>
                <a:cs typeface="Lucida Sans Unicode"/>
              </a:rPr>
              <a:t> </a:t>
            </a:r>
            <a:r>
              <a:rPr dirty="0" sz="2000" spc="-90">
                <a:solidFill>
                  <a:srgbClr val="231F20"/>
                </a:solidFill>
                <a:latin typeface="Lucida Sans Unicode"/>
                <a:cs typeface="Lucida Sans Unicode"/>
              </a:rPr>
              <a:t>f</a:t>
            </a:r>
            <a:r>
              <a:rPr dirty="0" sz="2000" spc="-440">
                <a:solidFill>
                  <a:srgbClr val="231F20"/>
                </a:solidFill>
                <a:latin typeface="Lucida Sans Unicode"/>
                <a:cs typeface="Lucida Sans Unicode"/>
              </a:rPr>
              <a:t> </a:t>
            </a:r>
            <a:r>
              <a:rPr dirty="0" sz="2000" spc="229">
                <a:solidFill>
                  <a:srgbClr val="231F20"/>
                </a:solidFill>
                <a:latin typeface="Lucida Sans Unicode"/>
                <a:cs typeface="Lucida Sans Unicode"/>
              </a:rPr>
              <a:t>inancial</a:t>
            </a:r>
            <a:r>
              <a:rPr dirty="0" sz="2000" spc="300">
                <a:solidFill>
                  <a:srgbClr val="231F20"/>
                </a:solidFill>
                <a:latin typeface="Lucida Sans Unicode"/>
                <a:cs typeface="Lucida Sans Unicode"/>
              </a:rPr>
              <a:t> </a:t>
            </a:r>
            <a:r>
              <a:rPr dirty="0" sz="2000" spc="260">
                <a:solidFill>
                  <a:srgbClr val="231F20"/>
                </a:solidFill>
                <a:latin typeface="Lucida Sans Unicode"/>
                <a:cs typeface="Lucida Sans Unicode"/>
              </a:rPr>
              <a:t>impact</a:t>
            </a:r>
            <a:r>
              <a:rPr dirty="0" sz="2000" spc="300">
                <a:solidFill>
                  <a:srgbClr val="231F20"/>
                </a:solidFill>
                <a:latin typeface="Lucida Sans Unicode"/>
                <a:cs typeface="Lucida Sans Unicode"/>
              </a:rPr>
              <a:t> </a:t>
            </a:r>
            <a:r>
              <a:rPr dirty="0" sz="2000" spc="190">
                <a:solidFill>
                  <a:srgbClr val="231F20"/>
                </a:solidFill>
                <a:latin typeface="Lucida Sans Unicode"/>
                <a:cs typeface="Lucida Sans Unicode"/>
              </a:rPr>
              <a:t>through</a:t>
            </a:r>
            <a:r>
              <a:rPr dirty="0" sz="2000" spc="300">
                <a:solidFill>
                  <a:srgbClr val="231F20"/>
                </a:solidFill>
                <a:latin typeface="Lucida Sans Unicode"/>
                <a:cs typeface="Lucida Sans Unicode"/>
              </a:rPr>
              <a:t> </a:t>
            </a:r>
            <a:r>
              <a:rPr dirty="0" sz="2000" spc="70">
                <a:solidFill>
                  <a:srgbClr val="231F20"/>
                </a:solidFill>
                <a:latin typeface="Lucida Sans Unicode"/>
                <a:cs typeface="Lucida Sans Unicode"/>
              </a:rPr>
              <a:t>NPV, </a:t>
            </a:r>
            <a:r>
              <a:rPr dirty="0" sz="2000" spc="275">
                <a:solidFill>
                  <a:srgbClr val="231F20"/>
                </a:solidFill>
                <a:latin typeface="Lucida Sans Unicode"/>
                <a:cs typeface="Lucida Sans Unicode"/>
              </a:rPr>
              <a:t>payback</a:t>
            </a:r>
            <a:r>
              <a:rPr dirty="0" sz="2000" spc="300">
                <a:solidFill>
                  <a:srgbClr val="231F20"/>
                </a:solidFill>
                <a:latin typeface="Lucida Sans Unicode"/>
                <a:cs typeface="Lucida Sans Unicode"/>
              </a:rPr>
              <a:t> </a:t>
            </a:r>
            <a:r>
              <a:rPr dirty="0" sz="2000" spc="250">
                <a:solidFill>
                  <a:srgbClr val="231F20"/>
                </a:solidFill>
                <a:latin typeface="Lucida Sans Unicode"/>
                <a:cs typeface="Lucida Sans Unicode"/>
              </a:rPr>
              <a:t>and</a:t>
            </a:r>
            <a:r>
              <a:rPr dirty="0" sz="2000" spc="300">
                <a:solidFill>
                  <a:srgbClr val="231F20"/>
                </a:solidFill>
                <a:latin typeface="Lucida Sans Unicode"/>
                <a:cs typeface="Lucida Sans Unicode"/>
              </a:rPr>
              <a:t> </a:t>
            </a:r>
            <a:r>
              <a:rPr dirty="0" sz="2000" spc="85">
                <a:solidFill>
                  <a:srgbClr val="231F20"/>
                </a:solidFill>
                <a:latin typeface="Lucida Sans Unicode"/>
                <a:cs typeface="Lucida Sans Unicode"/>
              </a:rPr>
              <a:t>ROI</a:t>
            </a:r>
            <a:r>
              <a:rPr dirty="0" sz="2000" spc="300">
                <a:solidFill>
                  <a:srgbClr val="231F20"/>
                </a:solidFill>
                <a:latin typeface="Lucida Sans Unicode"/>
                <a:cs typeface="Lucida Sans Unicode"/>
              </a:rPr>
              <a:t> </a:t>
            </a:r>
            <a:r>
              <a:rPr dirty="0" sz="2000" spc="180">
                <a:solidFill>
                  <a:srgbClr val="231F20"/>
                </a:solidFill>
                <a:latin typeface="Lucida Sans Unicode"/>
                <a:cs typeface="Lucida Sans Unicode"/>
              </a:rPr>
              <a:t>modeling.</a:t>
            </a:r>
            <a:endParaRPr sz="2000">
              <a:latin typeface="Lucida Sans Unicode"/>
              <a:cs typeface="Lucida Sans Unicode"/>
            </a:endParaRPr>
          </a:p>
          <a:p>
            <a:pPr>
              <a:lnSpc>
                <a:spcPct val="100000"/>
              </a:lnSpc>
              <a:spcBef>
                <a:spcPts val="2155"/>
              </a:spcBef>
            </a:pPr>
            <a:endParaRPr sz="2000">
              <a:latin typeface="Lucida Sans Unicode"/>
              <a:cs typeface="Lucida Sans Unicode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2400" spc="285" b="1">
                <a:solidFill>
                  <a:srgbClr val="387D59"/>
                </a:solidFill>
                <a:latin typeface="Trebuchet MS"/>
                <a:cs typeface="Trebuchet MS"/>
              </a:rPr>
              <a:t>Deliver</a:t>
            </a:r>
            <a:r>
              <a:rPr dirty="0" sz="2400" spc="275" b="1">
                <a:solidFill>
                  <a:srgbClr val="387D59"/>
                </a:solidFill>
                <a:latin typeface="Trebuchet MS"/>
                <a:cs typeface="Trebuchet MS"/>
              </a:rPr>
              <a:t> </a:t>
            </a:r>
            <a:r>
              <a:rPr dirty="0" sz="2400" spc="365" b="1">
                <a:solidFill>
                  <a:srgbClr val="387D59"/>
                </a:solidFill>
                <a:latin typeface="Trebuchet MS"/>
                <a:cs typeface="Trebuchet MS"/>
              </a:rPr>
              <a:t>actionable</a:t>
            </a:r>
            <a:r>
              <a:rPr dirty="0" sz="2400" spc="275" b="1">
                <a:solidFill>
                  <a:srgbClr val="387D59"/>
                </a:solidFill>
                <a:latin typeface="Trebuchet MS"/>
                <a:cs typeface="Trebuchet MS"/>
              </a:rPr>
              <a:t> </a:t>
            </a:r>
            <a:r>
              <a:rPr dirty="0" sz="2400" spc="400" b="1">
                <a:solidFill>
                  <a:srgbClr val="387D59"/>
                </a:solidFill>
                <a:latin typeface="Trebuchet MS"/>
                <a:cs typeface="Trebuchet MS"/>
              </a:rPr>
              <a:t>recommendations</a:t>
            </a:r>
            <a:endParaRPr sz="24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95"/>
              </a:spcBef>
            </a:pPr>
            <a:r>
              <a:rPr dirty="0" sz="2000" spc="145">
                <a:solidFill>
                  <a:srgbClr val="231F20"/>
                </a:solidFill>
                <a:latin typeface="Lucida Sans Unicode"/>
                <a:cs typeface="Lucida Sans Unicode"/>
              </a:rPr>
              <a:t>Prioritized</a:t>
            </a:r>
            <a:r>
              <a:rPr dirty="0" sz="2000" spc="305">
                <a:solidFill>
                  <a:srgbClr val="231F20"/>
                </a:solidFill>
                <a:latin typeface="Lucida Sans Unicode"/>
                <a:cs typeface="Lucida Sans Unicode"/>
              </a:rPr>
              <a:t> </a:t>
            </a:r>
            <a:r>
              <a:rPr dirty="0" sz="2000" spc="280">
                <a:solidFill>
                  <a:srgbClr val="231F20"/>
                </a:solidFill>
                <a:latin typeface="Lucida Sans Unicode"/>
                <a:cs typeface="Lucida Sans Unicode"/>
              </a:rPr>
              <a:t>roadmap</a:t>
            </a:r>
            <a:r>
              <a:rPr dirty="0" sz="2000" spc="305">
                <a:solidFill>
                  <a:srgbClr val="231F20"/>
                </a:solidFill>
                <a:latin typeface="Lucida Sans Unicode"/>
                <a:cs typeface="Lucida Sans Unicode"/>
              </a:rPr>
              <a:t> </a:t>
            </a:r>
            <a:r>
              <a:rPr dirty="0" sz="2000" spc="215">
                <a:solidFill>
                  <a:srgbClr val="231F20"/>
                </a:solidFill>
                <a:latin typeface="Lucida Sans Unicode"/>
                <a:cs typeface="Lucida Sans Unicode"/>
              </a:rPr>
              <a:t>Green</a:t>
            </a:r>
            <a:r>
              <a:rPr dirty="0" sz="2000" spc="305">
                <a:solidFill>
                  <a:srgbClr val="231F20"/>
                </a:solidFill>
                <a:latin typeface="Lucida Sans Unicode"/>
                <a:cs typeface="Lucida Sans Unicode"/>
              </a:rPr>
              <a:t> </a:t>
            </a:r>
            <a:r>
              <a:rPr dirty="0" sz="2000" spc="200">
                <a:solidFill>
                  <a:srgbClr val="231F20"/>
                </a:solidFill>
                <a:latin typeface="Lucida Sans Unicode"/>
                <a:cs typeface="Lucida Sans Unicode"/>
              </a:rPr>
              <a:t>Chef</a:t>
            </a:r>
            <a:r>
              <a:rPr dirty="0" sz="2000" spc="305">
                <a:solidFill>
                  <a:srgbClr val="231F20"/>
                </a:solidFill>
                <a:latin typeface="Lucida Sans Unicode"/>
                <a:cs typeface="Lucida Sans Unicode"/>
              </a:rPr>
              <a:t> </a:t>
            </a:r>
            <a:r>
              <a:rPr dirty="0" sz="2000" spc="254">
                <a:solidFill>
                  <a:srgbClr val="231F20"/>
                </a:solidFill>
                <a:latin typeface="Lucida Sans Unicode"/>
                <a:cs typeface="Lucida Sans Unicode"/>
              </a:rPr>
              <a:t>can</a:t>
            </a:r>
            <a:endParaRPr sz="2000">
              <a:latin typeface="Lucida Sans Unicode"/>
              <a:cs typeface="Lucida Sans Unicode"/>
            </a:endParaRPr>
          </a:p>
          <a:p>
            <a:pPr marL="12700">
              <a:lnSpc>
                <a:spcPct val="100000"/>
              </a:lnSpc>
              <a:spcBef>
                <a:spcPts val="300"/>
              </a:spcBef>
            </a:pPr>
            <a:r>
              <a:rPr dirty="0" sz="2000" spc="229">
                <a:solidFill>
                  <a:srgbClr val="231F20"/>
                </a:solidFill>
                <a:latin typeface="Lucida Sans Unicode"/>
                <a:cs typeface="Lucida Sans Unicode"/>
              </a:rPr>
              <a:t>implement</a:t>
            </a:r>
            <a:r>
              <a:rPr dirty="0" sz="2000" spc="300">
                <a:solidFill>
                  <a:srgbClr val="231F20"/>
                </a:solidFill>
                <a:latin typeface="Lucida Sans Unicode"/>
                <a:cs typeface="Lucida Sans Unicode"/>
              </a:rPr>
              <a:t> </a:t>
            </a:r>
            <a:r>
              <a:rPr dirty="0" sz="2000" spc="220">
                <a:solidFill>
                  <a:srgbClr val="231F20"/>
                </a:solidFill>
                <a:latin typeface="Lucida Sans Unicode"/>
                <a:cs typeface="Lucida Sans Unicode"/>
              </a:rPr>
              <a:t>as</a:t>
            </a:r>
            <a:r>
              <a:rPr dirty="0" sz="2000" spc="305">
                <a:solidFill>
                  <a:srgbClr val="231F20"/>
                </a:solidFill>
                <a:latin typeface="Lucida Sans Unicode"/>
                <a:cs typeface="Lucida Sans Unicode"/>
              </a:rPr>
              <a:t> </a:t>
            </a:r>
            <a:r>
              <a:rPr dirty="0" sz="2000" spc="200">
                <a:solidFill>
                  <a:srgbClr val="231F20"/>
                </a:solidFill>
                <a:latin typeface="Lucida Sans Unicode"/>
                <a:cs typeface="Lucida Sans Unicode"/>
              </a:rPr>
              <a:t>part</a:t>
            </a:r>
            <a:r>
              <a:rPr dirty="0" sz="2000" spc="305">
                <a:solidFill>
                  <a:srgbClr val="231F20"/>
                </a:solidFill>
                <a:latin typeface="Lucida Sans Unicode"/>
                <a:cs typeface="Lucida Sans Unicode"/>
              </a:rPr>
              <a:t> </a:t>
            </a:r>
            <a:r>
              <a:rPr dirty="0" sz="2000" spc="80">
                <a:solidFill>
                  <a:srgbClr val="231F20"/>
                </a:solidFill>
                <a:latin typeface="Lucida Sans Unicode"/>
                <a:cs typeface="Lucida Sans Unicode"/>
              </a:rPr>
              <a:t>of</a:t>
            </a:r>
            <a:r>
              <a:rPr dirty="0" sz="2000" spc="300">
                <a:solidFill>
                  <a:srgbClr val="231F20"/>
                </a:solidFill>
                <a:latin typeface="Lucida Sans Unicode"/>
                <a:cs typeface="Lucida Sans Unicode"/>
              </a:rPr>
              <a:t> </a:t>
            </a:r>
            <a:r>
              <a:rPr dirty="0" sz="2000" spc="-95">
                <a:solidFill>
                  <a:srgbClr val="231F20"/>
                </a:solidFill>
                <a:latin typeface="Lucida Sans Unicode"/>
                <a:cs typeface="Lucida Sans Unicode"/>
              </a:rPr>
              <a:t>i</a:t>
            </a:r>
            <a:r>
              <a:rPr dirty="0" sz="2000" spc="-434">
                <a:solidFill>
                  <a:srgbClr val="231F20"/>
                </a:solidFill>
                <a:latin typeface="Lucida Sans Unicode"/>
                <a:cs typeface="Lucida Sans Unicode"/>
              </a:rPr>
              <a:t> </a:t>
            </a:r>
            <a:r>
              <a:rPr dirty="0" sz="2000" spc="90">
                <a:solidFill>
                  <a:srgbClr val="231F20"/>
                </a:solidFill>
                <a:latin typeface="Lucida Sans Unicode"/>
                <a:cs typeface="Lucida Sans Unicode"/>
              </a:rPr>
              <a:t>ts</a:t>
            </a:r>
            <a:r>
              <a:rPr dirty="0" sz="2000" spc="305">
                <a:solidFill>
                  <a:srgbClr val="231F20"/>
                </a:solidFill>
                <a:latin typeface="Lucida Sans Unicode"/>
                <a:cs typeface="Lucida Sans Unicode"/>
              </a:rPr>
              <a:t> </a:t>
            </a:r>
            <a:r>
              <a:rPr dirty="0" sz="2000" spc="85">
                <a:solidFill>
                  <a:srgbClr val="231F20"/>
                </a:solidFill>
                <a:latin typeface="Lucida Sans Unicode"/>
                <a:cs typeface="Lucida Sans Unicode"/>
              </a:rPr>
              <a:t>2026</a:t>
            </a:r>
            <a:r>
              <a:rPr dirty="0" sz="2000" spc="300">
                <a:solidFill>
                  <a:srgbClr val="231F20"/>
                </a:solidFill>
                <a:latin typeface="Lucida Sans Unicode"/>
                <a:cs typeface="Lucida Sans Unicode"/>
              </a:rPr>
              <a:t> </a:t>
            </a:r>
            <a:r>
              <a:rPr dirty="0" sz="2000" spc="235">
                <a:solidFill>
                  <a:srgbClr val="231F20"/>
                </a:solidFill>
                <a:latin typeface="Lucida Sans Unicode"/>
                <a:cs typeface="Lucida Sans Unicode"/>
              </a:rPr>
              <a:t>roadmap.</a:t>
            </a:r>
            <a:endParaRPr sz="200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FDFAFA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178603" y="3380337"/>
            <a:ext cx="5505449" cy="5505449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6384714" y="9009596"/>
            <a:ext cx="1903285" cy="1277402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960502" y="3380337"/>
            <a:ext cx="5505449" cy="5505449"/>
          </a:xfrm>
          <a:prstGeom prst="rect">
            <a:avLst/>
          </a:prstGeom>
        </p:spPr>
      </p:pic>
      <p:sp>
        <p:nvSpPr>
          <p:cNvPr id="6" name="object 6" descr=""/>
          <p:cNvSpPr/>
          <p:nvPr/>
        </p:nvSpPr>
        <p:spPr>
          <a:xfrm>
            <a:off x="16443407" y="0"/>
            <a:ext cx="1844675" cy="2667000"/>
          </a:xfrm>
          <a:custGeom>
            <a:avLst/>
            <a:gdLst/>
            <a:ahLst/>
            <a:cxnLst/>
            <a:rect l="l" t="t" r="r" b="b"/>
            <a:pathLst>
              <a:path w="1844675" h="2667000">
                <a:moveTo>
                  <a:pt x="1810855" y="2666750"/>
                </a:moveTo>
                <a:lnTo>
                  <a:pt x="1762613" y="2666120"/>
                </a:lnTo>
                <a:lnTo>
                  <a:pt x="1714683" y="2664240"/>
                </a:lnTo>
                <a:lnTo>
                  <a:pt x="1667079" y="2661126"/>
                </a:lnTo>
                <a:lnTo>
                  <a:pt x="1619818" y="2656793"/>
                </a:lnTo>
                <a:lnTo>
                  <a:pt x="1572914" y="2651258"/>
                </a:lnTo>
                <a:lnTo>
                  <a:pt x="1526385" y="2644535"/>
                </a:lnTo>
                <a:lnTo>
                  <a:pt x="1480245" y="2636640"/>
                </a:lnTo>
                <a:lnTo>
                  <a:pt x="1434510" y="2627590"/>
                </a:lnTo>
                <a:lnTo>
                  <a:pt x="1389196" y="2617399"/>
                </a:lnTo>
                <a:lnTo>
                  <a:pt x="1344318" y="2606084"/>
                </a:lnTo>
                <a:lnTo>
                  <a:pt x="1299892" y="2593659"/>
                </a:lnTo>
                <a:lnTo>
                  <a:pt x="1255934" y="2580141"/>
                </a:lnTo>
                <a:lnTo>
                  <a:pt x="1212459" y="2565546"/>
                </a:lnTo>
                <a:lnTo>
                  <a:pt x="1169483" y="2549888"/>
                </a:lnTo>
                <a:lnTo>
                  <a:pt x="1127022" y="2533184"/>
                </a:lnTo>
                <a:lnTo>
                  <a:pt x="1085091" y="2515449"/>
                </a:lnTo>
                <a:lnTo>
                  <a:pt x="1043705" y="2496699"/>
                </a:lnTo>
                <a:lnTo>
                  <a:pt x="1002881" y="2476949"/>
                </a:lnTo>
                <a:lnTo>
                  <a:pt x="962635" y="2456215"/>
                </a:lnTo>
                <a:lnTo>
                  <a:pt x="922981" y="2434513"/>
                </a:lnTo>
                <a:lnTo>
                  <a:pt x="883936" y="2411859"/>
                </a:lnTo>
                <a:lnTo>
                  <a:pt x="845514" y="2388268"/>
                </a:lnTo>
                <a:lnTo>
                  <a:pt x="807733" y="2363755"/>
                </a:lnTo>
                <a:lnTo>
                  <a:pt x="770606" y="2338336"/>
                </a:lnTo>
                <a:lnTo>
                  <a:pt x="734151" y="2312028"/>
                </a:lnTo>
                <a:lnTo>
                  <a:pt x="698383" y="2284845"/>
                </a:lnTo>
                <a:lnTo>
                  <a:pt x="663316" y="2256804"/>
                </a:lnTo>
                <a:lnTo>
                  <a:pt x="628968" y="2227919"/>
                </a:lnTo>
                <a:lnTo>
                  <a:pt x="595353" y="2198207"/>
                </a:lnTo>
                <a:lnTo>
                  <a:pt x="562488" y="2167683"/>
                </a:lnTo>
                <a:lnTo>
                  <a:pt x="530387" y="2136363"/>
                </a:lnTo>
                <a:lnTo>
                  <a:pt x="499067" y="2104262"/>
                </a:lnTo>
                <a:lnTo>
                  <a:pt x="468543" y="2071397"/>
                </a:lnTo>
                <a:lnTo>
                  <a:pt x="438831" y="2037782"/>
                </a:lnTo>
                <a:lnTo>
                  <a:pt x="409946" y="2003434"/>
                </a:lnTo>
                <a:lnTo>
                  <a:pt x="381905" y="1968367"/>
                </a:lnTo>
                <a:lnTo>
                  <a:pt x="354722" y="1932599"/>
                </a:lnTo>
                <a:lnTo>
                  <a:pt x="328414" y="1896144"/>
                </a:lnTo>
                <a:lnTo>
                  <a:pt x="302995" y="1859017"/>
                </a:lnTo>
                <a:lnTo>
                  <a:pt x="278482" y="1821236"/>
                </a:lnTo>
                <a:lnTo>
                  <a:pt x="254891" y="1782814"/>
                </a:lnTo>
                <a:lnTo>
                  <a:pt x="232237" y="1743769"/>
                </a:lnTo>
                <a:lnTo>
                  <a:pt x="210535" y="1704115"/>
                </a:lnTo>
                <a:lnTo>
                  <a:pt x="189801" y="1663868"/>
                </a:lnTo>
                <a:lnTo>
                  <a:pt x="170051" y="1623045"/>
                </a:lnTo>
                <a:lnTo>
                  <a:pt x="151301" y="1581659"/>
                </a:lnTo>
                <a:lnTo>
                  <a:pt x="133566" y="1539728"/>
                </a:lnTo>
                <a:lnTo>
                  <a:pt x="116862" y="1497267"/>
                </a:lnTo>
                <a:lnTo>
                  <a:pt x="101204" y="1454291"/>
                </a:lnTo>
                <a:lnTo>
                  <a:pt x="86608" y="1410816"/>
                </a:lnTo>
                <a:lnTo>
                  <a:pt x="73091" y="1366858"/>
                </a:lnTo>
                <a:lnTo>
                  <a:pt x="60666" y="1322432"/>
                </a:lnTo>
                <a:lnTo>
                  <a:pt x="49351" y="1277554"/>
                </a:lnTo>
                <a:lnTo>
                  <a:pt x="39160" y="1232240"/>
                </a:lnTo>
                <a:lnTo>
                  <a:pt x="30109" y="1186505"/>
                </a:lnTo>
                <a:lnTo>
                  <a:pt x="22215" y="1140365"/>
                </a:lnTo>
                <a:lnTo>
                  <a:pt x="15492" y="1093835"/>
                </a:lnTo>
                <a:lnTo>
                  <a:pt x="9956" y="1046932"/>
                </a:lnTo>
                <a:lnTo>
                  <a:pt x="5624" y="999670"/>
                </a:lnTo>
                <a:lnTo>
                  <a:pt x="2510" y="952067"/>
                </a:lnTo>
                <a:lnTo>
                  <a:pt x="630" y="904136"/>
                </a:lnTo>
                <a:lnTo>
                  <a:pt x="0" y="855894"/>
                </a:lnTo>
                <a:lnTo>
                  <a:pt x="630" y="807652"/>
                </a:lnTo>
                <a:lnTo>
                  <a:pt x="2510" y="759721"/>
                </a:lnTo>
                <a:lnTo>
                  <a:pt x="5624" y="712117"/>
                </a:lnTo>
                <a:lnTo>
                  <a:pt x="9956" y="664856"/>
                </a:lnTo>
                <a:lnTo>
                  <a:pt x="15492" y="617953"/>
                </a:lnTo>
                <a:lnTo>
                  <a:pt x="22215" y="571423"/>
                </a:lnTo>
                <a:lnTo>
                  <a:pt x="30109" y="525283"/>
                </a:lnTo>
                <a:lnTo>
                  <a:pt x="39160" y="479548"/>
                </a:lnTo>
                <a:lnTo>
                  <a:pt x="49351" y="434234"/>
                </a:lnTo>
                <a:lnTo>
                  <a:pt x="60666" y="389356"/>
                </a:lnTo>
                <a:lnTo>
                  <a:pt x="73091" y="344930"/>
                </a:lnTo>
                <a:lnTo>
                  <a:pt x="86608" y="300972"/>
                </a:lnTo>
                <a:lnTo>
                  <a:pt x="101204" y="257497"/>
                </a:lnTo>
                <a:lnTo>
                  <a:pt x="116862" y="214521"/>
                </a:lnTo>
                <a:lnTo>
                  <a:pt x="133566" y="172060"/>
                </a:lnTo>
                <a:lnTo>
                  <a:pt x="151301" y="130128"/>
                </a:lnTo>
                <a:lnTo>
                  <a:pt x="170051" y="88743"/>
                </a:lnTo>
                <a:lnTo>
                  <a:pt x="189801" y="47919"/>
                </a:lnTo>
                <a:lnTo>
                  <a:pt x="210535" y="7673"/>
                </a:lnTo>
                <a:lnTo>
                  <a:pt x="214734" y="0"/>
                </a:lnTo>
                <a:lnTo>
                  <a:pt x="1844592" y="0"/>
                </a:lnTo>
                <a:lnTo>
                  <a:pt x="1844592" y="2666310"/>
                </a:lnTo>
                <a:lnTo>
                  <a:pt x="1810855" y="2666750"/>
                </a:lnTo>
                <a:close/>
              </a:path>
            </a:pathLst>
          </a:custGeom>
          <a:solidFill>
            <a:srgbClr val="1B5738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7" name="object 7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52784" y="400976"/>
            <a:ext cx="7229474" cy="9458324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8033527" y="193395"/>
            <a:ext cx="8833485" cy="12446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0" spc="575">
                <a:solidFill>
                  <a:srgbClr val="040405"/>
                </a:solidFill>
              </a:rPr>
              <a:t>Data</a:t>
            </a:r>
            <a:r>
              <a:rPr dirty="0" sz="8000" spc="85">
                <a:solidFill>
                  <a:srgbClr val="040405"/>
                </a:solidFill>
              </a:rPr>
              <a:t> </a:t>
            </a:r>
            <a:r>
              <a:rPr dirty="0" sz="8000" spc="330">
                <a:solidFill>
                  <a:srgbClr val="040405"/>
                </a:solidFill>
              </a:rPr>
              <a:t>Analysis</a:t>
            </a:r>
            <a:r>
              <a:rPr dirty="0" sz="8000" spc="90">
                <a:solidFill>
                  <a:srgbClr val="040405"/>
                </a:solidFill>
              </a:rPr>
              <a:t> </a:t>
            </a:r>
            <a:r>
              <a:rPr dirty="0" sz="8000">
                <a:solidFill>
                  <a:srgbClr val="040405"/>
                </a:solidFill>
              </a:rPr>
              <a:t>-</a:t>
            </a:r>
            <a:r>
              <a:rPr dirty="0" sz="8000" spc="90">
                <a:solidFill>
                  <a:srgbClr val="040405"/>
                </a:solidFill>
              </a:rPr>
              <a:t> </a:t>
            </a:r>
            <a:r>
              <a:rPr dirty="0" sz="8000" spc="-395"/>
              <a:t>I</a:t>
            </a:r>
            <a:endParaRPr sz="8000"/>
          </a:p>
        </p:txBody>
      </p:sp>
      <p:pic>
        <p:nvPicPr>
          <p:cNvPr id="9" name="object 9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8341501" y="4217273"/>
            <a:ext cx="152400" cy="152399"/>
          </a:xfrm>
          <a:prstGeom prst="rect">
            <a:avLst/>
          </a:prstGeom>
        </p:spPr>
      </p:pic>
      <p:pic>
        <p:nvPicPr>
          <p:cNvPr id="10" name="object 10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8341501" y="5436473"/>
            <a:ext cx="152400" cy="152399"/>
          </a:xfrm>
          <a:prstGeom prst="rect">
            <a:avLst/>
          </a:prstGeom>
        </p:spPr>
      </p:pic>
      <p:pic>
        <p:nvPicPr>
          <p:cNvPr id="11" name="object 11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8341501" y="7265272"/>
            <a:ext cx="152400" cy="152399"/>
          </a:xfrm>
          <a:prstGeom prst="rect">
            <a:avLst/>
          </a:prstGeom>
        </p:spPr>
      </p:pic>
      <p:sp>
        <p:nvSpPr>
          <p:cNvPr id="12" name="object 12" descr=""/>
          <p:cNvSpPr txBox="1"/>
          <p:nvPr/>
        </p:nvSpPr>
        <p:spPr>
          <a:xfrm>
            <a:off x="8703402" y="3912460"/>
            <a:ext cx="7638415" cy="4292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4300"/>
              </a:lnSpc>
              <a:spcBef>
                <a:spcPts val="100"/>
              </a:spcBef>
            </a:pPr>
            <a:r>
              <a:rPr dirty="0" sz="3500" spc="605" b="1">
                <a:solidFill>
                  <a:srgbClr val="FFFFFF"/>
                </a:solidFill>
                <a:latin typeface="Trebuchet MS"/>
                <a:cs typeface="Trebuchet MS"/>
              </a:rPr>
              <a:t>48%</a:t>
            </a:r>
            <a:r>
              <a:rPr dirty="0" sz="3500" spc="375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3500" spc="340">
                <a:solidFill>
                  <a:srgbClr val="FFFFFF"/>
                </a:solidFill>
                <a:latin typeface="Lucida Sans Unicode"/>
                <a:cs typeface="Lucida Sans Unicode"/>
              </a:rPr>
              <a:t>cite</a:t>
            </a:r>
            <a:r>
              <a:rPr dirty="0" sz="3500" spc="51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3500" spc="375">
                <a:solidFill>
                  <a:srgbClr val="FFFFFF"/>
                </a:solidFill>
                <a:latin typeface="Lucida Sans Unicode"/>
                <a:cs typeface="Lucida Sans Unicode"/>
              </a:rPr>
              <a:t>plastic</a:t>
            </a:r>
            <a:r>
              <a:rPr dirty="0" sz="3500" spc="51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3500" spc="360">
                <a:solidFill>
                  <a:srgbClr val="FFFFFF"/>
                </a:solidFill>
                <a:latin typeface="Lucida Sans Unicode"/>
                <a:cs typeface="Lucida Sans Unicode"/>
              </a:rPr>
              <a:t>reduction</a:t>
            </a:r>
            <a:r>
              <a:rPr dirty="0" sz="3500" spc="51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3500" spc="375">
                <a:solidFill>
                  <a:srgbClr val="FFFFFF"/>
                </a:solidFill>
                <a:latin typeface="Lucida Sans Unicode"/>
                <a:cs typeface="Lucida Sans Unicode"/>
              </a:rPr>
              <a:t>as </a:t>
            </a:r>
            <a:r>
              <a:rPr dirty="0" sz="3500" spc="254">
                <a:solidFill>
                  <a:srgbClr val="FFFFFF"/>
                </a:solidFill>
                <a:latin typeface="Lucida Sans Unicode"/>
                <a:cs typeface="Lucida Sans Unicode"/>
              </a:rPr>
              <a:t>their</a:t>
            </a:r>
            <a:r>
              <a:rPr dirty="0" sz="3500" spc="52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3500" spc="290">
                <a:solidFill>
                  <a:srgbClr val="FFFFFF"/>
                </a:solidFill>
                <a:latin typeface="Lucida Sans Unicode"/>
                <a:cs typeface="Lucida Sans Unicode"/>
              </a:rPr>
              <a:t>top</a:t>
            </a:r>
            <a:r>
              <a:rPr dirty="0" sz="3500" spc="52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3500" spc="445">
                <a:solidFill>
                  <a:srgbClr val="FFFFFF"/>
                </a:solidFill>
                <a:latin typeface="Lucida Sans Unicode"/>
                <a:cs typeface="Lucida Sans Unicode"/>
              </a:rPr>
              <a:t>packaging</a:t>
            </a:r>
            <a:r>
              <a:rPr dirty="0" sz="3500" spc="52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3500" spc="405">
                <a:solidFill>
                  <a:srgbClr val="FFFFFF"/>
                </a:solidFill>
                <a:latin typeface="Lucida Sans Unicode"/>
                <a:cs typeface="Lucida Sans Unicode"/>
              </a:rPr>
              <a:t>concern </a:t>
            </a:r>
            <a:r>
              <a:rPr dirty="0" sz="3500" spc="-295" b="1">
                <a:solidFill>
                  <a:srgbClr val="FFFFFF"/>
                </a:solidFill>
                <a:latin typeface="Trebuchet MS"/>
                <a:cs typeface="Trebuchet MS"/>
              </a:rPr>
              <a:t>71</a:t>
            </a:r>
            <a:r>
              <a:rPr dirty="0" sz="3500" spc="-715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3500" spc="620" b="1">
                <a:solidFill>
                  <a:srgbClr val="FFFFFF"/>
                </a:solidFill>
                <a:latin typeface="Trebuchet MS"/>
                <a:cs typeface="Trebuchet MS"/>
              </a:rPr>
              <a:t>%</a:t>
            </a:r>
            <a:r>
              <a:rPr dirty="0" sz="3500" spc="375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3500" spc="420">
                <a:solidFill>
                  <a:srgbClr val="FFFFFF"/>
                </a:solidFill>
                <a:latin typeface="Lucida Sans Unicode"/>
                <a:cs typeface="Lucida Sans Unicode"/>
              </a:rPr>
              <a:t>say</a:t>
            </a:r>
            <a:r>
              <a:rPr dirty="0" sz="3500" spc="51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3500" spc="425">
                <a:solidFill>
                  <a:srgbClr val="FFFFFF"/>
                </a:solidFill>
                <a:latin typeface="Lucida Sans Unicode"/>
                <a:cs typeface="Lucida Sans Unicode"/>
              </a:rPr>
              <a:t>a</a:t>
            </a:r>
            <a:r>
              <a:rPr dirty="0" sz="3500" spc="51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3500" spc="345">
                <a:solidFill>
                  <a:srgbClr val="FFFFFF"/>
                </a:solidFill>
                <a:latin typeface="Lucida Sans Unicode"/>
                <a:cs typeface="Lucida Sans Unicode"/>
              </a:rPr>
              <a:t>switch</a:t>
            </a:r>
            <a:r>
              <a:rPr dirty="0" sz="3500" spc="51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3500" spc="190">
                <a:solidFill>
                  <a:srgbClr val="FFFFFF"/>
                </a:solidFill>
                <a:latin typeface="Lucida Sans Unicode"/>
                <a:cs typeface="Lucida Sans Unicode"/>
              </a:rPr>
              <a:t>to</a:t>
            </a:r>
            <a:r>
              <a:rPr dirty="0" sz="3500" spc="52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3500" spc="420">
                <a:solidFill>
                  <a:srgbClr val="FFFFFF"/>
                </a:solidFill>
                <a:latin typeface="Lucida Sans Unicode"/>
                <a:cs typeface="Lucida Sans Unicode"/>
              </a:rPr>
              <a:t>paper</a:t>
            </a:r>
            <a:endParaRPr sz="3500">
              <a:latin typeface="Lucida Sans Unicode"/>
              <a:cs typeface="Lucida Sans Unicode"/>
            </a:endParaRPr>
          </a:p>
          <a:p>
            <a:pPr marL="12700" marR="842010">
              <a:lnSpc>
                <a:spcPct val="114300"/>
              </a:lnSpc>
            </a:pPr>
            <a:r>
              <a:rPr dirty="0" sz="3500" spc="445">
                <a:solidFill>
                  <a:srgbClr val="FFFFFF"/>
                </a:solidFill>
                <a:latin typeface="Lucida Sans Unicode"/>
                <a:cs typeface="Lucida Sans Unicode"/>
              </a:rPr>
              <a:t>packaging</a:t>
            </a:r>
            <a:r>
              <a:rPr dirty="0" sz="3500" spc="52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3500" spc="330">
                <a:solidFill>
                  <a:srgbClr val="FFFFFF"/>
                </a:solidFill>
                <a:latin typeface="Lucida Sans Unicode"/>
                <a:cs typeface="Lucida Sans Unicode"/>
              </a:rPr>
              <a:t>would</a:t>
            </a:r>
            <a:r>
              <a:rPr dirty="0" sz="3500" spc="52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3500" spc="370">
                <a:solidFill>
                  <a:srgbClr val="FFFFFF"/>
                </a:solidFill>
                <a:latin typeface="Lucida Sans Unicode"/>
                <a:cs typeface="Lucida Sans Unicode"/>
              </a:rPr>
              <a:t>improve </a:t>
            </a:r>
            <a:r>
              <a:rPr dirty="0" sz="3500" spc="395">
                <a:solidFill>
                  <a:srgbClr val="FFFFFF"/>
                </a:solidFill>
                <a:latin typeface="Lucida Sans Unicode"/>
                <a:cs typeface="Lucida Sans Unicode"/>
              </a:rPr>
              <a:t>brand</a:t>
            </a:r>
            <a:r>
              <a:rPr dirty="0" sz="3500" spc="52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3500" spc="380">
                <a:solidFill>
                  <a:srgbClr val="FFFFFF"/>
                </a:solidFill>
                <a:latin typeface="Lucida Sans Unicode"/>
                <a:cs typeface="Lucida Sans Unicode"/>
              </a:rPr>
              <a:t>perception</a:t>
            </a:r>
            <a:endParaRPr sz="3500">
              <a:latin typeface="Lucida Sans Unicode"/>
              <a:cs typeface="Lucida Sans Unicode"/>
            </a:endParaRPr>
          </a:p>
          <a:p>
            <a:pPr marL="12700" marR="1019175">
              <a:lnSpc>
                <a:spcPct val="114300"/>
              </a:lnSpc>
            </a:pPr>
            <a:r>
              <a:rPr dirty="0" sz="3500" spc="155" b="1">
                <a:solidFill>
                  <a:srgbClr val="FFFFFF"/>
                </a:solidFill>
                <a:latin typeface="Trebuchet MS"/>
                <a:cs typeface="Trebuchet MS"/>
              </a:rPr>
              <a:t>67</a:t>
            </a:r>
            <a:r>
              <a:rPr dirty="0" sz="3500" spc="-715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3500" spc="620" b="1">
                <a:solidFill>
                  <a:srgbClr val="FFFFFF"/>
                </a:solidFill>
                <a:latin typeface="Trebuchet MS"/>
                <a:cs typeface="Trebuchet MS"/>
              </a:rPr>
              <a:t>%</a:t>
            </a:r>
            <a:r>
              <a:rPr dirty="0" sz="3500" spc="365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3500" spc="420">
                <a:solidFill>
                  <a:srgbClr val="FFFFFF"/>
                </a:solidFill>
                <a:latin typeface="Lucida Sans Unicode"/>
                <a:cs typeface="Lucida Sans Unicode"/>
              </a:rPr>
              <a:t>say</a:t>
            </a:r>
            <a:r>
              <a:rPr dirty="0" sz="3500" spc="509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3500" spc="-160">
                <a:solidFill>
                  <a:srgbClr val="FFFFFF"/>
                </a:solidFill>
                <a:latin typeface="Lucida Sans Unicode"/>
                <a:cs typeface="Lucida Sans Unicode"/>
              </a:rPr>
              <a:t>i</a:t>
            </a:r>
            <a:r>
              <a:rPr dirty="0" sz="3500" spc="-76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3500">
                <a:solidFill>
                  <a:srgbClr val="FFFFFF"/>
                </a:solidFill>
                <a:latin typeface="Lucida Sans Unicode"/>
                <a:cs typeface="Lucida Sans Unicode"/>
              </a:rPr>
              <a:t>t</a:t>
            </a:r>
            <a:r>
              <a:rPr dirty="0" sz="3500" spc="509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3500" spc="330">
                <a:solidFill>
                  <a:srgbClr val="FFFFFF"/>
                </a:solidFill>
                <a:latin typeface="Lucida Sans Unicode"/>
                <a:cs typeface="Lucida Sans Unicode"/>
              </a:rPr>
              <a:t>would</a:t>
            </a:r>
            <a:r>
              <a:rPr dirty="0" sz="3500" spc="509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3500" spc="370">
                <a:solidFill>
                  <a:srgbClr val="FFFFFF"/>
                </a:solidFill>
                <a:latin typeface="Lucida Sans Unicode"/>
                <a:cs typeface="Lucida Sans Unicode"/>
              </a:rPr>
              <a:t>improve </a:t>
            </a:r>
            <a:r>
              <a:rPr dirty="0" sz="3500" spc="350">
                <a:solidFill>
                  <a:srgbClr val="FFFFFF"/>
                </a:solidFill>
                <a:latin typeface="Lucida Sans Unicode"/>
                <a:cs typeface="Lucida Sans Unicode"/>
              </a:rPr>
              <a:t>overall</a:t>
            </a:r>
            <a:r>
              <a:rPr dirty="0" sz="3500" spc="52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3500" spc="370">
                <a:solidFill>
                  <a:srgbClr val="FFFFFF"/>
                </a:solidFill>
                <a:latin typeface="Lucida Sans Unicode"/>
                <a:cs typeface="Lucida Sans Unicode"/>
              </a:rPr>
              <a:t>satisfaction</a:t>
            </a:r>
            <a:endParaRPr sz="3500">
              <a:latin typeface="Lucida Sans Unicode"/>
              <a:cs typeface="Lucida Sans Unicode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8054062" y="1430692"/>
            <a:ext cx="8382000" cy="146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300" spc="445">
                <a:latin typeface="Lucida Sans Unicode"/>
                <a:cs typeface="Lucida Sans Unicode"/>
              </a:rPr>
              <a:t>What</a:t>
            </a:r>
            <a:r>
              <a:rPr dirty="0" sz="3300" spc="490">
                <a:latin typeface="Lucida Sans Unicode"/>
                <a:cs typeface="Lucida Sans Unicode"/>
              </a:rPr>
              <a:t> </a:t>
            </a:r>
            <a:r>
              <a:rPr dirty="0" sz="3300" spc="285">
                <a:latin typeface="Lucida Sans Unicode"/>
                <a:cs typeface="Lucida Sans Unicode"/>
              </a:rPr>
              <a:t>the</a:t>
            </a:r>
            <a:r>
              <a:rPr dirty="0" sz="3300" spc="490">
                <a:latin typeface="Lucida Sans Unicode"/>
                <a:cs typeface="Lucida Sans Unicode"/>
              </a:rPr>
              <a:t> </a:t>
            </a:r>
            <a:r>
              <a:rPr dirty="0" sz="3300" spc="380">
                <a:latin typeface="Lucida Sans Unicode"/>
                <a:cs typeface="Lucida Sans Unicode"/>
              </a:rPr>
              <a:t>customers</a:t>
            </a:r>
            <a:r>
              <a:rPr dirty="0" sz="3300" spc="495">
                <a:latin typeface="Lucida Sans Unicode"/>
                <a:cs typeface="Lucida Sans Unicode"/>
              </a:rPr>
              <a:t> </a:t>
            </a:r>
            <a:r>
              <a:rPr dirty="0" sz="3300" spc="370">
                <a:latin typeface="Lucida Sans Unicode"/>
                <a:cs typeface="Lucida Sans Unicode"/>
              </a:rPr>
              <a:t>are</a:t>
            </a:r>
            <a:r>
              <a:rPr dirty="0" sz="3300" spc="490">
                <a:latin typeface="Lucida Sans Unicode"/>
                <a:cs typeface="Lucida Sans Unicode"/>
              </a:rPr>
              <a:t> </a:t>
            </a:r>
            <a:r>
              <a:rPr dirty="0" sz="3300" spc="265">
                <a:latin typeface="Lucida Sans Unicode"/>
                <a:cs typeface="Lucida Sans Unicode"/>
              </a:rPr>
              <a:t>telling</a:t>
            </a:r>
            <a:r>
              <a:rPr dirty="0" sz="3300" spc="490">
                <a:latin typeface="Lucida Sans Unicode"/>
                <a:cs typeface="Lucida Sans Unicode"/>
              </a:rPr>
              <a:t> </a:t>
            </a:r>
            <a:r>
              <a:rPr dirty="0" sz="3300" spc="180">
                <a:latin typeface="Lucida Sans Unicode"/>
                <a:cs typeface="Lucida Sans Unicode"/>
              </a:rPr>
              <a:t>us</a:t>
            </a:r>
            <a:endParaRPr sz="3300">
              <a:latin typeface="Lucida Sans Unicode"/>
              <a:cs typeface="Lucida Sans Unicode"/>
            </a:endParaRPr>
          </a:p>
          <a:p>
            <a:pPr marL="86995" marR="1083945">
              <a:lnSpc>
                <a:spcPct val="113599"/>
              </a:lnSpc>
              <a:spcBef>
                <a:spcPts val="1360"/>
              </a:spcBef>
            </a:pPr>
            <a:r>
              <a:rPr dirty="0" sz="2200" spc="210">
                <a:solidFill>
                  <a:srgbClr val="231F20"/>
                </a:solidFill>
                <a:latin typeface="Lucida Sans Unicode"/>
                <a:cs typeface="Lucida Sans Unicode"/>
              </a:rPr>
              <a:t>Across</a:t>
            </a:r>
            <a:r>
              <a:rPr dirty="0" sz="2200" spc="325">
                <a:solidFill>
                  <a:srgbClr val="231F20"/>
                </a:solidFill>
                <a:latin typeface="Lucida Sans Unicode"/>
                <a:cs typeface="Lucida Sans Unicode"/>
              </a:rPr>
              <a:t> </a:t>
            </a:r>
            <a:r>
              <a:rPr dirty="0" sz="2200">
                <a:solidFill>
                  <a:srgbClr val="231F20"/>
                </a:solidFill>
                <a:latin typeface="Lucida Sans Unicode"/>
                <a:cs typeface="Lucida Sans Unicode"/>
              </a:rPr>
              <a:t>4</a:t>
            </a:r>
            <a:r>
              <a:rPr dirty="0" sz="2200" spc="325">
                <a:solidFill>
                  <a:srgbClr val="231F20"/>
                </a:solidFill>
                <a:latin typeface="Lucida Sans Unicode"/>
                <a:cs typeface="Lucida Sans Unicode"/>
              </a:rPr>
              <a:t> </a:t>
            </a:r>
            <a:r>
              <a:rPr dirty="0" sz="2200" spc="310">
                <a:solidFill>
                  <a:srgbClr val="231F20"/>
                </a:solidFill>
                <a:latin typeface="Lucida Sans Unicode"/>
                <a:cs typeface="Lucida Sans Unicode"/>
              </a:rPr>
              <a:t>data</a:t>
            </a:r>
            <a:r>
              <a:rPr dirty="0" sz="2200" spc="325">
                <a:solidFill>
                  <a:srgbClr val="231F20"/>
                </a:solidFill>
                <a:latin typeface="Lucida Sans Unicode"/>
                <a:cs typeface="Lucida Sans Unicode"/>
              </a:rPr>
              <a:t> </a:t>
            </a:r>
            <a:r>
              <a:rPr dirty="0" sz="2200" spc="240">
                <a:solidFill>
                  <a:srgbClr val="231F20"/>
                </a:solidFill>
                <a:latin typeface="Lucida Sans Unicode"/>
                <a:cs typeface="Lucida Sans Unicode"/>
              </a:rPr>
              <a:t>sources</a:t>
            </a:r>
            <a:r>
              <a:rPr dirty="0" sz="2200" spc="325">
                <a:solidFill>
                  <a:srgbClr val="231F20"/>
                </a:solidFill>
                <a:latin typeface="Lucida Sans Unicode"/>
                <a:cs typeface="Lucida Sans Unicode"/>
              </a:rPr>
              <a:t> </a:t>
            </a:r>
            <a:r>
              <a:rPr dirty="0" sz="2200" spc="-265">
                <a:solidFill>
                  <a:srgbClr val="231F20"/>
                </a:solidFill>
                <a:latin typeface="Lucida Sans Unicode"/>
                <a:cs typeface="Lucida Sans Unicode"/>
              </a:rPr>
              <a:t>—</a:t>
            </a:r>
            <a:r>
              <a:rPr dirty="0" sz="2200" spc="325">
                <a:solidFill>
                  <a:srgbClr val="231F20"/>
                </a:solidFill>
                <a:latin typeface="Lucida Sans Unicode"/>
                <a:cs typeface="Lucida Sans Unicode"/>
              </a:rPr>
              <a:t> </a:t>
            </a:r>
            <a:r>
              <a:rPr dirty="0" sz="2200" spc="215">
                <a:solidFill>
                  <a:srgbClr val="231F20"/>
                </a:solidFill>
                <a:latin typeface="Lucida Sans Unicode"/>
                <a:cs typeface="Lucida Sans Unicode"/>
              </a:rPr>
              <a:t>one</a:t>
            </a:r>
            <a:r>
              <a:rPr dirty="0" sz="2200" spc="325">
                <a:solidFill>
                  <a:srgbClr val="231F20"/>
                </a:solidFill>
                <a:latin typeface="Lucida Sans Unicode"/>
                <a:cs typeface="Lucida Sans Unicode"/>
              </a:rPr>
              <a:t> </a:t>
            </a:r>
            <a:r>
              <a:rPr dirty="0" sz="2200" spc="180">
                <a:solidFill>
                  <a:srgbClr val="231F20"/>
                </a:solidFill>
                <a:latin typeface="Lucida Sans Unicode"/>
                <a:cs typeface="Lucida Sans Unicode"/>
              </a:rPr>
              <a:t>story</a:t>
            </a:r>
            <a:r>
              <a:rPr dirty="0" sz="2200" spc="325">
                <a:solidFill>
                  <a:srgbClr val="231F20"/>
                </a:solidFill>
                <a:latin typeface="Lucida Sans Unicode"/>
                <a:cs typeface="Lucida Sans Unicode"/>
              </a:rPr>
              <a:t> </a:t>
            </a:r>
            <a:r>
              <a:rPr dirty="0" sz="2200" spc="265">
                <a:solidFill>
                  <a:srgbClr val="231F20"/>
                </a:solidFill>
                <a:latin typeface="Lucida Sans Unicode"/>
                <a:cs typeface="Lucida Sans Unicode"/>
              </a:rPr>
              <a:t>emerges </a:t>
            </a:r>
            <a:r>
              <a:rPr dirty="0" sz="2200" spc="195">
                <a:solidFill>
                  <a:srgbClr val="231F20"/>
                </a:solidFill>
                <a:latin typeface="Lucida Sans Unicode"/>
                <a:cs typeface="Lucida Sans Unicode"/>
              </a:rPr>
              <a:t>consistently.</a:t>
            </a:r>
            <a:endParaRPr sz="220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16443407" y="0"/>
            <a:ext cx="1844675" cy="2667000"/>
          </a:xfrm>
          <a:custGeom>
            <a:avLst/>
            <a:gdLst/>
            <a:ahLst/>
            <a:cxnLst/>
            <a:rect l="l" t="t" r="r" b="b"/>
            <a:pathLst>
              <a:path w="1844675" h="2667000">
                <a:moveTo>
                  <a:pt x="1810855" y="2666750"/>
                </a:moveTo>
                <a:lnTo>
                  <a:pt x="1762613" y="2666120"/>
                </a:lnTo>
                <a:lnTo>
                  <a:pt x="1714683" y="2664240"/>
                </a:lnTo>
                <a:lnTo>
                  <a:pt x="1667079" y="2661126"/>
                </a:lnTo>
                <a:lnTo>
                  <a:pt x="1619818" y="2656793"/>
                </a:lnTo>
                <a:lnTo>
                  <a:pt x="1572914" y="2651258"/>
                </a:lnTo>
                <a:lnTo>
                  <a:pt x="1526385" y="2644535"/>
                </a:lnTo>
                <a:lnTo>
                  <a:pt x="1480245" y="2636640"/>
                </a:lnTo>
                <a:lnTo>
                  <a:pt x="1434510" y="2627590"/>
                </a:lnTo>
                <a:lnTo>
                  <a:pt x="1389196" y="2617399"/>
                </a:lnTo>
                <a:lnTo>
                  <a:pt x="1344318" y="2606084"/>
                </a:lnTo>
                <a:lnTo>
                  <a:pt x="1299892" y="2593659"/>
                </a:lnTo>
                <a:lnTo>
                  <a:pt x="1255934" y="2580141"/>
                </a:lnTo>
                <a:lnTo>
                  <a:pt x="1212459" y="2565546"/>
                </a:lnTo>
                <a:lnTo>
                  <a:pt x="1169483" y="2549888"/>
                </a:lnTo>
                <a:lnTo>
                  <a:pt x="1127022" y="2533184"/>
                </a:lnTo>
                <a:lnTo>
                  <a:pt x="1085091" y="2515449"/>
                </a:lnTo>
                <a:lnTo>
                  <a:pt x="1043705" y="2496699"/>
                </a:lnTo>
                <a:lnTo>
                  <a:pt x="1002881" y="2476949"/>
                </a:lnTo>
                <a:lnTo>
                  <a:pt x="962635" y="2456215"/>
                </a:lnTo>
                <a:lnTo>
                  <a:pt x="922981" y="2434513"/>
                </a:lnTo>
                <a:lnTo>
                  <a:pt x="883936" y="2411859"/>
                </a:lnTo>
                <a:lnTo>
                  <a:pt x="845514" y="2388268"/>
                </a:lnTo>
                <a:lnTo>
                  <a:pt x="807733" y="2363755"/>
                </a:lnTo>
                <a:lnTo>
                  <a:pt x="770606" y="2338336"/>
                </a:lnTo>
                <a:lnTo>
                  <a:pt x="734151" y="2312028"/>
                </a:lnTo>
                <a:lnTo>
                  <a:pt x="698383" y="2284845"/>
                </a:lnTo>
                <a:lnTo>
                  <a:pt x="663316" y="2256804"/>
                </a:lnTo>
                <a:lnTo>
                  <a:pt x="628968" y="2227919"/>
                </a:lnTo>
                <a:lnTo>
                  <a:pt x="595353" y="2198207"/>
                </a:lnTo>
                <a:lnTo>
                  <a:pt x="562488" y="2167683"/>
                </a:lnTo>
                <a:lnTo>
                  <a:pt x="530387" y="2136363"/>
                </a:lnTo>
                <a:lnTo>
                  <a:pt x="499067" y="2104262"/>
                </a:lnTo>
                <a:lnTo>
                  <a:pt x="468543" y="2071397"/>
                </a:lnTo>
                <a:lnTo>
                  <a:pt x="438831" y="2037782"/>
                </a:lnTo>
                <a:lnTo>
                  <a:pt x="409946" y="2003434"/>
                </a:lnTo>
                <a:lnTo>
                  <a:pt x="381905" y="1968367"/>
                </a:lnTo>
                <a:lnTo>
                  <a:pt x="354722" y="1932599"/>
                </a:lnTo>
                <a:lnTo>
                  <a:pt x="328414" y="1896144"/>
                </a:lnTo>
                <a:lnTo>
                  <a:pt x="302995" y="1859017"/>
                </a:lnTo>
                <a:lnTo>
                  <a:pt x="278482" y="1821236"/>
                </a:lnTo>
                <a:lnTo>
                  <a:pt x="254891" y="1782814"/>
                </a:lnTo>
                <a:lnTo>
                  <a:pt x="232237" y="1743769"/>
                </a:lnTo>
                <a:lnTo>
                  <a:pt x="210535" y="1704115"/>
                </a:lnTo>
                <a:lnTo>
                  <a:pt x="189801" y="1663868"/>
                </a:lnTo>
                <a:lnTo>
                  <a:pt x="170051" y="1623045"/>
                </a:lnTo>
                <a:lnTo>
                  <a:pt x="151301" y="1581659"/>
                </a:lnTo>
                <a:lnTo>
                  <a:pt x="133566" y="1539728"/>
                </a:lnTo>
                <a:lnTo>
                  <a:pt x="116862" y="1497267"/>
                </a:lnTo>
                <a:lnTo>
                  <a:pt x="101204" y="1454291"/>
                </a:lnTo>
                <a:lnTo>
                  <a:pt x="86608" y="1410816"/>
                </a:lnTo>
                <a:lnTo>
                  <a:pt x="73091" y="1366858"/>
                </a:lnTo>
                <a:lnTo>
                  <a:pt x="60666" y="1322432"/>
                </a:lnTo>
                <a:lnTo>
                  <a:pt x="49351" y="1277554"/>
                </a:lnTo>
                <a:lnTo>
                  <a:pt x="39160" y="1232240"/>
                </a:lnTo>
                <a:lnTo>
                  <a:pt x="30109" y="1186505"/>
                </a:lnTo>
                <a:lnTo>
                  <a:pt x="22215" y="1140365"/>
                </a:lnTo>
                <a:lnTo>
                  <a:pt x="15492" y="1093835"/>
                </a:lnTo>
                <a:lnTo>
                  <a:pt x="9956" y="1046932"/>
                </a:lnTo>
                <a:lnTo>
                  <a:pt x="5624" y="999670"/>
                </a:lnTo>
                <a:lnTo>
                  <a:pt x="2510" y="952067"/>
                </a:lnTo>
                <a:lnTo>
                  <a:pt x="630" y="904136"/>
                </a:lnTo>
                <a:lnTo>
                  <a:pt x="0" y="855894"/>
                </a:lnTo>
                <a:lnTo>
                  <a:pt x="630" y="807652"/>
                </a:lnTo>
                <a:lnTo>
                  <a:pt x="2510" y="759721"/>
                </a:lnTo>
                <a:lnTo>
                  <a:pt x="5624" y="712117"/>
                </a:lnTo>
                <a:lnTo>
                  <a:pt x="9956" y="664856"/>
                </a:lnTo>
                <a:lnTo>
                  <a:pt x="15492" y="617953"/>
                </a:lnTo>
                <a:lnTo>
                  <a:pt x="22215" y="571423"/>
                </a:lnTo>
                <a:lnTo>
                  <a:pt x="30109" y="525283"/>
                </a:lnTo>
                <a:lnTo>
                  <a:pt x="39160" y="479548"/>
                </a:lnTo>
                <a:lnTo>
                  <a:pt x="49351" y="434234"/>
                </a:lnTo>
                <a:lnTo>
                  <a:pt x="60666" y="389356"/>
                </a:lnTo>
                <a:lnTo>
                  <a:pt x="73091" y="344930"/>
                </a:lnTo>
                <a:lnTo>
                  <a:pt x="86608" y="300972"/>
                </a:lnTo>
                <a:lnTo>
                  <a:pt x="101204" y="257497"/>
                </a:lnTo>
                <a:lnTo>
                  <a:pt x="116862" y="214521"/>
                </a:lnTo>
                <a:lnTo>
                  <a:pt x="133566" y="172060"/>
                </a:lnTo>
                <a:lnTo>
                  <a:pt x="151301" y="130128"/>
                </a:lnTo>
                <a:lnTo>
                  <a:pt x="170051" y="88743"/>
                </a:lnTo>
                <a:lnTo>
                  <a:pt x="189801" y="47919"/>
                </a:lnTo>
                <a:lnTo>
                  <a:pt x="210535" y="7673"/>
                </a:lnTo>
                <a:lnTo>
                  <a:pt x="214734" y="0"/>
                </a:lnTo>
                <a:lnTo>
                  <a:pt x="1844592" y="0"/>
                </a:lnTo>
                <a:lnTo>
                  <a:pt x="1844592" y="2666310"/>
                </a:lnTo>
                <a:lnTo>
                  <a:pt x="1810855" y="2666750"/>
                </a:lnTo>
                <a:close/>
              </a:path>
            </a:pathLst>
          </a:custGeom>
          <a:solidFill>
            <a:srgbClr val="1B5738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879905" y="3073228"/>
            <a:ext cx="10210799" cy="5534024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6801484">
              <a:lnSpc>
                <a:spcPct val="100000"/>
              </a:lnSpc>
              <a:spcBef>
                <a:spcPts val="100"/>
              </a:spcBef>
            </a:pPr>
            <a:r>
              <a:rPr dirty="0" sz="8000" spc="575">
                <a:solidFill>
                  <a:srgbClr val="040405"/>
                </a:solidFill>
              </a:rPr>
              <a:t>Data</a:t>
            </a:r>
            <a:r>
              <a:rPr dirty="0" sz="8000" spc="85">
                <a:solidFill>
                  <a:srgbClr val="040405"/>
                </a:solidFill>
              </a:rPr>
              <a:t> </a:t>
            </a:r>
            <a:r>
              <a:rPr dirty="0" sz="8000" spc="330">
                <a:solidFill>
                  <a:srgbClr val="040405"/>
                </a:solidFill>
              </a:rPr>
              <a:t>Analysis</a:t>
            </a:r>
            <a:r>
              <a:rPr dirty="0" sz="8000" spc="90">
                <a:solidFill>
                  <a:srgbClr val="040405"/>
                </a:solidFill>
              </a:rPr>
              <a:t> </a:t>
            </a:r>
            <a:r>
              <a:rPr dirty="0" sz="8000">
                <a:solidFill>
                  <a:srgbClr val="040405"/>
                </a:solidFill>
              </a:rPr>
              <a:t>-</a:t>
            </a:r>
            <a:r>
              <a:rPr dirty="0" sz="8000" spc="90">
                <a:solidFill>
                  <a:srgbClr val="040405"/>
                </a:solidFill>
              </a:rPr>
              <a:t> </a:t>
            </a:r>
            <a:r>
              <a:rPr dirty="0" sz="8000" spc="-395"/>
              <a:t>I</a:t>
            </a:r>
            <a:endParaRPr sz="8000"/>
          </a:p>
          <a:p>
            <a:pPr marL="6821805">
              <a:lnSpc>
                <a:spcPct val="100000"/>
              </a:lnSpc>
              <a:spcBef>
                <a:spcPts val="140"/>
              </a:spcBef>
            </a:pPr>
            <a:r>
              <a:rPr dirty="0" sz="3300" spc="445">
                <a:solidFill>
                  <a:srgbClr val="000000"/>
                </a:solidFill>
              </a:rPr>
              <a:t>What</a:t>
            </a:r>
            <a:r>
              <a:rPr dirty="0" sz="3300" spc="490">
                <a:solidFill>
                  <a:srgbClr val="000000"/>
                </a:solidFill>
              </a:rPr>
              <a:t> </a:t>
            </a:r>
            <a:r>
              <a:rPr dirty="0" sz="3300" spc="285">
                <a:solidFill>
                  <a:srgbClr val="000000"/>
                </a:solidFill>
              </a:rPr>
              <a:t>the</a:t>
            </a:r>
            <a:r>
              <a:rPr dirty="0" sz="3300" spc="490">
                <a:solidFill>
                  <a:srgbClr val="000000"/>
                </a:solidFill>
              </a:rPr>
              <a:t> </a:t>
            </a:r>
            <a:r>
              <a:rPr dirty="0" sz="3300" spc="380">
                <a:solidFill>
                  <a:srgbClr val="000000"/>
                </a:solidFill>
              </a:rPr>
              <a:t>customers</a:t>
            </a:r>
            <a:r>
              <a:rPr dirty="0" sz="3300" spc="495">
                <a:solidFill>
                  <a:srgbClr val="000000"/>
                </a:solidFill>
              </a:rPr>
              <a:t> </a:t>
            </a:r>
            <a:r>
              <a:rPr dirty="0" sz="3300" spc="370">
                <a:solidFill>
                  <a:srgbClr val="000000"/>
                </a:solidFill>
              </a:rPr>
              <a:t>are</a:t>
            </a:r>
            <a:r>
              <a:rPr dirty="0" sz="3300" spc="490">
                <a:solidFill>
                  <a:srgbClr val="000000"/>
                </a:solidFill>
              </a:rPr>
              <a:t> </a:t>
            </a:r>
            <a:r>
              <a:rPr dirty="0" sz="3300" spc="265">
                <a:solidFill>
                  <a:srgbClr val="000000"/>
                </a:solidFill>
              </a:rPr>
              <a:t>telling</a:t>
            </a:r>
            <a:r>
              <a:rPr dirty="0" sz="3300" spc="490">
                <a:solidFill>
                  <a:srgbClr val="000000"/>
                </a:solidFill>
              </a:rPr>
              <a:t> </a:t>
            </a:r>
            <a:r>
              <a:rPr dirty="0" sz="3300" spc="180">
                <a:solidFill>
                  <a:srgbClr val="000000"/>
                </a:solidFill>
              </a:rPr>
              <a:t>us</a:t>
            </a:r>
            <a:endParaRPr sz="3300"/>
          </a:p>
        </p:txBody>
      </p:sp>
      <p:pic>
        <p:nvPicPr>
          <p:cNvPr id="5" name="object 5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2784" y="400976"/>
            <a:ext cx="7229474" cy="945832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FDFAFA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384714" y="9009596"/>
            <a:ext cx="1903285" cy="1277402"/>
          </a:xfrm>
          <a:prstGeom prst="rect">
            <a:avLst/>
          </a:prstGeom>
        </p:spPr>
      </p:pic>
      <p:grpSp>
        <p:nvGrpSpPr>
          <p:cNvPr id="4" name="object 4" descr=""/>
          <p:cNvGrpSpPr/>
          <p:nvPr/>
        </p:nvGrpSpPr>
        <p:grpSpPr>
          <a:xfrm>
            <a:off x="8179577" y="3721844"/>
            <a:ext cx="7925434" cy="4419600"/>
            <a:chOff x="8179577" y="3721844"/>
            <a:chExt cx="7925434" cy="4419600"/>
          </a:xfrm>
        </p:grpSpPr>
        <p:pic>
          <p:nvPicPr>
            <p:cNvPr id="5" name="object 5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684996" y="3721844"/>
              <a:ext cx="4419599" cy="4419599"/>
            </a:xfrm>
            <a:prstGeom prst="rect">
              <a:avLst/>
            </a:prstGeom>
          </p:spPr>
        </p:pic>
        <p:pic>
          <p:nvPicPr>
            <p:cNvPr id="6" name="object 6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179577" y="3721844"/>
              <a:ext cx="4419599" cy="4419599"/>
            </a:xfrm>
            <a:prstGeom prst="rect">
              <a:avLst/>
            </a:prstGeom>
          </p:spPr>
        </p:pic>
      </p:grpSp>
      <p:sp>
        <p:nvSpPr>
          <p:cNvPr id="7" name="object 7" descr=""/>
          <p:cNvSpPr/>
          <p:nvPr/>
        </p:nvSpPr>
        <p:spPr>
          <a:xfrm>
            <a:off x="16384714" y="0"/>
            <a:ext cx="1903730" cy="2685415"/>
          </a:xfrm>
          <a:custGeom>
            <a:avLst/>
            <a:gdLst/>
            <a:ahLst/>
            <a:cxnLst/>
            <a:rect l="l" t="t" r="r" b="b"/>
            <a:pathLst>
              <a:path w="1903730" h="2685415">
                <a:moveTo>
                  <a:pt x="1903285" y="2685261"/>
                </a:moveTo>
                <a:lnTo>
                  <a:pt x="1789622" y="2685261"/>
                </a:lnTo>
                <a:lnTo>
                  <a:pt x="1742711" y="2672561"/>
                </a:lnTo>
                <a:lnTo>
                  <a:pt x="1696134" y="2672561"/>
                </a:lnTo>
                <a:lnTo>
                  <a:pt x="1649903" y="2659861"/>
                </a:lnTo>
                <a:lnTo>
                  <a:pt x="1604031" y="2659861"/>
                </a:lnTo>
                <a:lnTo>
                  <a:pt x="1294085" y="2570961"/>
                </a:lnTo>
                <a:lnTo>
                  <a:pt x="1251557" y="2558261"/>
                </a:lnTo>
                <a:lnTo>
                  <a:pt x="1209504" y="2532861"/>
                </a:lnTo>
                <a:lnTo>
                  <a:pt x="1167940" y="2520161"/>
                </a:lnTo>
                <a:lnTo>
                  <a:pt x="1126879" y="2494761"/>
                </a:lnTo>
                <a:lnTo>
                  <a:pt x="1086333" y="2482061"/>
                </a:lnTo>
                <a:lnTo>
                  <a:pt x="1006837" y="2431261"/>
                </a:lnTo>
                <a:lnTo>
                  <a:pt x="967914" y="2418561"/>
                </a:lnTo>
                <a:lnTo>
                  <a:pt x="929557" y="2393161"/>
                </a:lnTo>
                <a:lnTo>
                  <a:pt x="891781" y="2367761"/>
                </a:lnTo>
                <a:lnTo>
                  <a:pt x="854597" y="2342361"/>
                </a:lnTo>
                <a:lnTo>
                  <a:pt x="818020" y="2316961"/>
                </a:lnTo>
                <a:lnTo>
                  <a:pt x="782061" y="2291561"/>
                </a:lnTo>
                <a:lnTo>
                  <a:pt x="746734" y="2266161"/>
                </a:lnTo>
                <a:lnTo>
                  <a:pt x="712051" y="2228061"/>
                </a:lnTo>
                <a:lnTo>
                  <a:pt x="678027" y="2202661"/>
                </a:lnTo>
                <a:lnTo>
                  <a:pt x="644673" y="2177261"/>
                </a:lnTo>
                <a:lnTo>
                  <a:pt x="612002" y="2139161"/>
                </a:lnTo>
                <a:lnTo>
                  <a:pt x="580029" y="2113761"/>
                </a:lnTo>
                <a:lnTo>
                  <a:pt x="548765" y="2075661"/>
                </a:lnTo>
                <a:lnTo>
                  <a:pt x="518223" y="2050261"/>
                </a:lnTo>
                <a:lnTo>
                  <a:pt x="488417" y="2012161"/>
                </a:lnTo>
                <a:lnTo>
                  <a:pt x="459360" y="1974061"/>
                </a:lnTo>
                <a:lnTo>
                  <a:pt x="431064" y="1948661"/>
                </a:lnTo>
                <a:lnTo>
                  <a:pt x="403542" y="1910561"/>
                </a:lnTo>
                <a:lnTo>
                  <a:pt x="376808" y="1872461"/>
                </a:lnTo>
                <a:lnTo>
                  <a:pt x="350874" y="1834361"/>
                </a:lnTo>
                <a:lnTo>
                  <a:pt x="325753" y="1796261"/>
                </a:lnTo>
                <a:lnTo>
                  <a:pt x="301459" y="1758161"/>
                </a:lnTo>
                <a:lnTo>
                  <a:pt x="278004" y="1720061"/>
                </a:lnTo>
                <a:lnTo>
                  <a:pt x="255401" y="1681961"/>
                </a:lnTo>
                <a:lnTo>
                  <a:pt x="233664" y="1643861"/>
                </a:lnTo>
                <a:lnTo>
                  <a:pt x="212804" y="1605761"/>
                </a:lnTo>
                <a:lnTo>
                  <a:pt x="192836" y="1567661"/>
                </a:lnTo>
                <a:lnTo>
                  <a:pt x="173772" y="1529561"/>
                </a:lnTo>
                <a:lnTo>
                  <a:pt x="155625" y="1478761"/>
                </a:lnTo>
                <a:lnTo>
                  <a:pt x="138408" y="1440661"/>
                </a:lnTo>
                <a:lnTo>
                  <a:pt x="122134" y="1402561"/>
                </a:lnTo>
                <a:lnTo>
                  <a:pt x="106815" y="1351761"/>
                </a:lnTo>
                <a:lnTo>
                  <a:pt x="92466" y="1313661"/>
                </a:lnTo>
                <a:lnTo>
                  <a:pt x="79099" y="1262861"/>
                </a:lnTo>
                <a:lnTo>
                  <a:pt x="66727" y="1224761"/>
                </a:lnTo>
                <a:lnTo>
                  <a:pt x="55362" y="1173961"/>
                </a:lnTo>
                <a:lnTo>
                  <a:pt x="45018" y="1135861"/>
                </a:lnTo>
                <a:lnTo>
                  <a:pt x="35708" y="1085061"/>
                </a:lnTo>
                <a:lnTo>
                  <a:pt x="27445" y="1046961"/>
                </a:lnTo>
                <a:lnTo>
                  <a:pt x="20241" y="996161"/>
                </a:lnTo>
                <a:lnTo>
                  <a:pt x="14110" y="945361"/>
                </a:lnTo>
                <a:lnTo>
                  <a:pt x="9065" y="907261"/>
                </a:lnTo>
                <a:lnTo>
                  <a:pt x="5118" y="856461"/>
                </a:lnTo>
                <a:lnTo>
                  <a:pt x="2283" y="805661"/>
                </a:lnTo>
                <a:lnTo>
                  <a:pt x="573" y="754861"/>
                </a:lnTo>
                <a:lnTo>
                  <a:pt x="0" y="716761"/>
                </a:lnTo>
                <a:lnTo>
                  <a:pt x="573" y="665961"/>
                </a:lnTo>
                <a:lnTo>
                  <a:pt x="2283" y="615161"/>
                </a:lnTo>
                <a:lnTo>
                  <a:pt x="5118" y="564361"/>
                </a:lnTo>
                <a:lnTo>
                  <a:pt x="9065" y="526261"/>
                </a:lnTo>
                <a:lnTo>
                  <a:pt x="14110" y="475461"/>
                </a:lnTo>
                <a:lnTo>
                  <a:pt x="20241" y="424661"/>
                </a:lnTo>
                <a:lnTo>
                  <a:pt x="27445" y="386561"/>
                </a:lnTo>
                <a:lnTo>
                  <a:pt x="35708" y="335761"/>
                </a:lnTo>
                <a:lnTo>
                  <a:pt x="45018" y="284961"/>
                </a:lnTo>
                <a:lnTo>
                  <a:pt x="55362" y="246861"/>
                </a:lnTo>
                <a:lnTo>
                  <a:pt x="66727" y="196061"/>
                </a:lnTo>
                <a:lnTo>
                  <a:pt x="79099" y="157961"/>
                </a:lnTo>
                <a:lnTo>
                  <a:pt x="92466" y="107161"/>
                </a:lnTo>
                <a:lnTo>
                  <a:pt x="106815" y="69061"/>
                </a:lnTo>
                <a:lnTo>
                  <a:pt x="122134" y="30961"/>
                </a:lnTo>
                <a:lnTo>
                  <a:pt x="132052" y="0"/>
                </a:lnTo>
                <a:lnTo>
                  <a:pt x="1903285" y="0"/>
                </a:lnTo>
                <a:lnTo>
                  <a:pt x="1903285" y="2685261"/>
                </a:lnTo>
                <a:close/>
              </a:path>
            </a:pathLst>
          </a:custGeom>
          <a:solidFill>
            <a:srgbClr val="1B5738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8" name="object 8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52784" y="400976"/>
            <a:ext cx="7372349" cy="9458324"/>
          </a:xfrm>
          <a:prstGeom prst="rect">
            <a:avLst/>
          </a:prstGeom>
        </p:spPr>
      </p:pic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8166877" y="193395"/>
            <a:ext cx="9119235" cy="12446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0" spc="575">
                <a:solidFill>
                  <a:srgbClr val="040405"/>
                </a:solidFill>
              </a:rPr>
              <a:t>Data</a:t>
            </a:r>
            <a:r>
              <a:rPr dirty="0" sz="8000" spc="85">
                <a:solidFill>
                  <a:srgbClr val="040405"/>
                </a:solidFill>
              </a:rPr>
              <a:t> </a:t>
            </a:r>
            <a:r>
              <a:rPr dirty="0" sz="8000" spc="330">
                <a:solidFill>
                  <a:srgbClr val="040405"/>
                </a:solidFill>
              </a:rPr>
              <a:t>Analysis</a:t>
            </a:r>
            <a:r>
              <a:rPr dirty="0" sz="8000" spc="90">
                <a:solidFill>
                  <a:srgbClr val="040405"/>
                </a:solidFill>
              </a:rPr>
              <a:t> </a:t>
            </a:r>
            <a:r>
              <a:rPr dirty="0" sz="8000">
                <a:solidFill>
                  <a:srgbClr val="040405"/>
                </a:solidFill>
              </a:rPr>
              <a:t>-</a:t>
            </a:r>
            <a:r>
              <a:rPr dirty="0" sz="8000" spc="90">
                <a:solidFill>
                  <a:srgbClr val="040405"/>
                </a:solidFill>
              </a:rPr>
              <a:t> </a:t>
            </a:r>
            <a:r>
              <a:rPr dirty="0" sz="8000" spc="-25"/>
              <a:t>II</a:t>
            </a:r>
            <a:endParaRPr sz="8000"/>
          </a:p>
        </p:txBody>
      </p:sp>
      <p:pic>
        <p:nvPicPr>
          <p:cNvPr id="10" name="object 10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8646301" y="4161518"/>
            <a:ext cx="142875" cy="142874"/>
          </a:xfrm>
          <a:prstGeom prst="rect">
            <a:avLst/>
          </a:prstGeom>
        </p:spPr>
      </p:pic>
      <p:pic>
        <p:nvPicPr>
          <p:cNvPr id="11" name="object 11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8646301" y="5266418"/>
            <a:ext cx="142875" cy="142874"/>
          </a:xfrm>
          <a:prstGeom prst="rect">
            <a:avLst/>
          </a:prstGeom>
        </p:spPr>
      </p:pic>
      <p:pic>
        <p:nvPicPr>
          <p:cNvPr id="12" name="object 12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8646301" y="6371318"/>
            <a:ext cx="142875" cy="142874"/>
          </a:xfrm>
          <a:prstGeom prst="rect">
            <a:avLst/>
          </a:prstGeom>
        </p:spPr>
      </p:pic>
      <p:sp>
        <p:nvSpPr>
          <p:cNvPr id="13" name="object 13" descr=""/>
          <p:cNvSpPr txBox="1"/>
          <p:nvPr/>
        </p:nvSpPr>
        <p:spPr>
          <a:xfrm>
            <a:off x="8187412" y="1304962"/>
            <a:ext cx="7489825" cy="81038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300" spc="400">
                <a:latin typeface="Lucida Sans Unicode"/>
                <a:cs typeface="Lucida Sans Unicode"/>
              </a:rPr>
              <a:t>Where</a:t>
            </a:r>
            <a:r>
              <a:rPr dirty="0" sz="3300" spc="500">
                <a:latin typeface="Lucida Sans Unicode"/>
                <a:cs typeface="Lucida Sans Unicode"/>
              </a:rPr>
              <a:t> </a:t>
            </a:r>
            <a:r>
              <a:rPr dirty="0" sz="3300" spc="285">
                <a:latin typeface="Lucida Sans Unicode"/>
                <a:cs typeface="Lucida Sans Unicode"/>
              </a:rPr>
              <a:t>the</a:t>
            </a:r>
            <a:r>
              <a:rPr dirty="0" sz="3300" spc="505">
                <a:latin typeface="Lucida Sans Unicode"/>
                <a:cs typeface="Lucida Sans Unicode"/>
              </a:rPr>
              <a:t> </a:t>
            </a:r>
            <a:r>
              <a:rPr dirty="0" sz="3300" spc="260">
                <a:latin typeface="Lucida Sans Unicode"/>
                <a:cs typeface="Lucida Sans Unicode"/>
              </a:rPr>
              <a:t>Friction</a:t>
            </a:r>
            <a:r>
              <a:rPr dirty="0" sz="3300" spc="500">
                <a:latin typeface="Lucida Sans Unicode"/>
                <a:cs typeface="Lucida Sans Unicode"/>
              </a:rPr>
              <a:t> </a:t>
            </a:r>
            <a:r>
              <a:rPr dirty="0" sz="3300" spc="80">
                <a:latin typeface="Lucida Sans Unicode"/>
                <a:cs typeface="Lucida Sans Unicode"/>
              </a:rPr>
              <a:t>Is</a:t>
            </a:r>
            <a:endParaRPr sz="3300">
              <a:latin typeface="Lucida Sans Unicode"/>
              <a:cs typeface="Lucida Sans Unicode"/>
            </a:endParaRPr>
          </a:p>
          <a:p>
            <a:pPr marL="86995" marR="5080">
              <a:lnSpc>
                <a:spcPct val="113599"/>
              </a:lnSpc>
              <a:spcBef>
                <a:spcPts val="1220"/>
              </a:spcBef>
            </a:pPr>
            <a:r>
              <a:rPr dirty="0" sz="2200" spc="229">
                <a:solidFill>
                  <a:srgbClr val="231F20"/>
                </a:solidFill>
                <a:latin typeface="Lucida Sans Unicode"/>
                <a:cs typeface="Lucida Sans Unicode"/>
              </a:rPr>
              <a:t>Plastic</a:t>
            </a:r>
            <a:r>
              <a:rPr dirty="0" sz="2200" spc="335">
                <a:solidFill>
                  <a:srgbClr val="231F20"/>
                </a:solidFill>
                <a:latin typeface="Lucida Sans Unicode"/>
                <a:cs typeface="Lucida Sans Unicode"/>
              </a:rPr>
              <a:t> </a:t>
            </a:r>
            <a:r>
              <a:rPr dirty="0" sz="2200" spc="215">
                <a:solidFill>
                  <a:srgbClr val="231F20"/>
                </a:solidFill>
                <a:latin typeface="Lucida Sans Unicode"/>
                <a:cs typeface="Lucida Sans Unicode"/>
              </a:rPr>
              <a:t>ingredient</a:t>
            </a:r>
            <a:r>
              <a:rPr dirty="0" sz="2200" spc="340">
                <a:solidFill>
                  <a:srgbClr val="231F20"/>
                </a:solidFill>
                <a:latin typeface="Lucida Sans Unicode"/>
                <a:cs typeface="Lucida Sans Unicode"/>
              </a:rPr>
              <a:t> </a:t>
            </a:r>
            <a:r>
              <a:rPr dirty="0" sz="2200" spc="280">
                <a:solidFill>
                  <a:srgbClr val="231F20"/>
                </a:solidFill>
                <a:latin typeface="Lucida Sans Unicode"/>
                <a:cs typeface="Lucida Sans Unicode"/>
              </a:rPr>
              <a:t>packaging</a:t>
            </a:r>
            <a:r>
              <a:rPr dirty="0" sz="2200" spc="335">
                <a:solidFill>
                  <a:srgbClr val="231F20"/>
                </a:solidFill>
                <a:latin typeface="Lucida Sans Unicode"/>
                <a:cs typeface="Lucida Sans Unicode"/>
              </a:rPr>
              <a:t> </a:t>
            </a:r>
            <a:r>
              <a:rPr dirty="0" sz="2200" spc="65">
                <a:solidFill>
                  <a:srgbClr val="231F20"/>
                </a:solidFill>
                <a:latin typeface="Lucida Sans Unicode"/>
                <a:cs typeface="Lucida Sans Unicode"/>
              </a:rPr>
              <a:t>is</a:t>
            </a:r>
            <a:r>
              <a:rPr dirty="0" sz="2200" spc="340">
                <a:solidFill>
                  <a:srgbClr val="231F20"/>
                </a:solidFill>
                <a:latin typeface="Lucida Sans Unicode"/>
                <a:cs typeface="Lucida Sans Unicode"/>
              </a:rPr>
              <a:t> </a:t>
            </a:r>
            <a:r>
              <a:rPr dirty="0" sz="2200" spc="190">
                <a:solidFill>
                  <a:srgbClr val="231F20"/>
                </a:solidFill>
                <a:latin typeface="Lucida Sans Unicode"/>
                <a:cs typeface="Lucida Sans Unicode"/>
              </a:rPr>
              <a:t>the</a:t>
            </a:r>
            <a:r>
              <a:rPr dirty="0" sz="2200" spc="340">
                <a:solidFill>
                  <a:srgbClr val="231F20"/>
                </a:solidFill>
                <a:latin typeface="Lucida Sans Unicode"/>
                <a:cs typeface="Lucida Sans Unicode"/>
              </a:rPr>
              <a:t> </a:t>
            </a:r>
            <a:r>
              <a:rPr dirty="0" sz="2200" spc="245">
                <a:solidFill>
                  <a:srgbClr val="231F20"/>
                </a:solidFill>
                <a:latin typeface="Lucida Sans Unicode"/>
                <a:cs typeface="Lucida Sans Unicode"/>
              </a:rPr>
              <a:t>clearest </a:t>
            </a:r>
            <a:r>
              <a:rPr dirty="0" sz="2200" spc="215">
                <a:solidFill>
                  <a:srgbClr val="231F20"/>
                </a:solidFill>
                <a:latin typeface="Lucida Sans Unicode"/>
                <a:cs typeface="Lucida Sans Unicode"/>
              </a:rPr>
              <a:t>opportunity</a:t>
            </a:r>
            <a:r>
              <a:rPr dirty="0" sz="2200" spc="330">
                <a:solidFill>
                  <a:srgbClr val="231F20"/>
                </a:solidFill>
                <a:latin typeface="Lucida Sans Unicode"/>
                <a:cs typeface="Lucida Sans Unicode"/>
              </a:rPr>
              <a:t> </a:t>
            </a:r>
            <a:r>
              <a:rPr dirty="0" sz="2200" spc="240">
                <a:solidFill>
                  <a:srgbClr val="231F20"/>
                </a:solidFill>
                <a:latin typeface="Lucida Sans Unicode"/>
                <a:cs typeface="Lucida Sans Unicode"/>
              </a:rPr>
              <a:t>area.</a:t>
            </a:r>
            <a:r>
              <a:rPr dirty="0" sz="2200" spc="330">
                <a:solidFill>
                  <a:srgbClr val="231F20"/>
                </a:solidFill>
                <a:latin typeface="Lucida Sans Unicode"/>
                <a:cs typeface="Lucida Sans Unicode"/>
              </a:rPr>
              <a:t> </a:t>
            </a:r>
            <a:r>
              <a:rPr dirty="0" sz="2200" spc="250">
                <a:solidFill>
                  <a:srgbClr val="231F20"/>
                </a:solidFill>
                <a:latin typeface="Lucida Sans Unicode"/>
                <a:cs typeface="Lucida Sans Unicode"/>
              </a:rPr>
              <a:t>Customers</a:t>
            </a:r>
            <a:r>
              <a:rPr dirty="0" sz="2200" spc="330">
                <a:solidFill>
                  <a:srgbClr val="231F20"/>
                </a:solidFill>
                <a:latin typeface="Lucida Sans Unicode"/>
                <a:cs typeface="Lucida Sans Unicode"/>
              </a:rPr>
              <a:t> </a:t>
            </a:r>
            <a:r>
              <a:rPr dirty="0" sz="2200" spc="254">
                <a:solidFill>
                  <a:srgbClr val="231F20"/>
                </a:solidFill>
                <a:latin typeface="Lucida Sans Unicode"/>
                <a:cs typeface="Lucida Sans Unicode"/>
              </a:rPr>
              <a:t>want</a:t>
            </a:r>
            <a:r>
              <a:rPr dirty="0" sz="2200" spc="330">
                <a:solidFill>
                  <a:srgbClr val="231F20"/>
                </a:solidFill>
                <a:latin typeface="Lucida Sans Unicode"/>
                <a:cs typeface="Lucida Sans Unicode"/>
              </a:rPr>
              <a:t> </a:t>
            </a:r>
            <a:r>
              <a:rPr dirty="0" sz="2200" spc="120">
                <a:solidFill>
                  <a:srgbClr val="231F20"/>
                </a:solidFill>
                <a:latin typeface="Lucida Sans Unicode"/>
                <a:cs typeface="Lucida Sans Unicode"/>
              </a:rPr>
              <a:t>to</a:t>
            </a:r>
            <a:r>
              <a:rPr dirty="0" sz="2200" spc="330">
                <a:solidFill>
                  <a:srgbClr val="231F20"/>
                </a:solidFill>
                <a:latin typeface="Lucida Sans Unicode"/>
                <a:cs typeface="Lucida Sans Unicode"/>
              </a:rPr>
              <a:t> </a:t>
            </a:r>
            <a:r>
              <a:rPr dirty="0" sz="2200" spc="254">
                <a:solidFill>
                  <a:srgbClr val="231F20"/>
                </a:solidFill>
                <a:latin typeface="Lucida Sans Unicode"/>
                <a:cs typeface="Lucida Sans Unicode"/>
              </a:rPr>
              <a:t>recycle </a:t>
            </a:r>
            <a:r>
              <a:rPr dirty="0" sz="2200" spc="275">
                <a:solidFill>
                  <a:srgbClr val="231F20"/>
                </a:solidFill>
                <a:latin typeface="Lucida Sans Unicode"/>
                <a:cs typeface="Lucida Sans Unicode"/>
              </a:rPr>
              <a:t>and</a:t>
            </a:r>
            <a:r>
              <a:rPr dirty="0" sz="2200" spc="330">
                <a:solidFill>
                  <a:srgbClr val="231F20"/>
                </a:solidFill>
                <a:latin typeface="Lucida Sans Unicode"/>
                <a:cs typeface="Lucida Sans Unicode"/>
              </a:rPr>
              <a:t> </a:t>
            </a:r>
            <a:r>
              <a:rPr dirty="0" sz="2200" spc="215">
                <a:solidFill>
                  <a:srgbClr val="231F20"/>
                </a:solidFill>
                <a:latin typeface="Lucida Sans Unicode"/>
                <a:cs typeface="Lucida Sans Unicode"/>
              </a:rPr>
              <a:t>they</a:t>
            </a:r>
            <a:r>
              <a:rPr dirty="0" sz="2200" spc="330">
                <a:solidFill>
                  <a:srgbClr val="231F20"/>
                </a:solidFill>
                <a:latin typeface="Lucida Sans Unicode"/>
                <a:cs typeface="Lucida Sans Unicode"/>
              </a:rPr>
              <a:t> </a:t>
            </a:r>
            <a:r>
              <a:rPr dirty="0" sz="2200" spc="180">
                <a:solidFill>
                  <a:srgbClr val="231F20"/>
                </a:solidFill>
                <a:latin typeface="Lucida Sans Unicode"/>
                <a:cs typeface="Lucida Sans Unicode"/>
              </a:rPr>
              <a:t>do</a:t>
            </a:r>
            <a:r>
              <a:rPr dirty="0" sz="2200" spc="330">
                <a:solidFill>
                  <a:srgbClr val="231F20"/>
                </a:solidFill>
                <a:latin typeface="Lucida Sans Unicode"/>
                <a:cs typeface="Lucida Sans Unicode"/>
              </a:rPr>
              <a:t> </a:t>
            </a:r>
            <a:r>
              <a:rPr dirty="0" sz="2200" spc="-265">
                <a:solidFill>
                  <a:srgbClr val="231F20"/>
                </a:solidFill>
                <a:latin typeface="Lucida Sans Unicode"/>
                <a:cs typeface="Lucida Sans Unicode"/>
              </a:rPr>
              <a:t>—</a:t>
            </a:r>
            <a:r>
              <a:rPr dirty="0" sz="2200" spc="330">
                <a:solidFill>
                  <a:srgbClr val="231F20"/>
                </a:solidFill>
                <a:latin typeface="Lucida Sans Unicode"/>
                <a:cs typeface="Lucida Sans Unicode"/>
              </a:rPr>
              <a:t> </a:t>
            </a:r>
            <a:r>
              <a:rPr dirty="0" sz="2200" spc="240">
                <a:solidFill>
                  <a:srgbClr val="231F20"/>
                </a:solidFill>
                <a:latin typeface="Lucida Sans Unicode"/>
                <a:cs typeface="Lucida Sans Unicode"/>
              </a:rPr>
              <a:t>when</a:t>
            </a:r>
            <a:r>
              <a:rPr dirty="0" sz="2200" spc="330">
                <a:solidFill>
                  <a:srgbClr val="231F20"/>
                </a:solidFill>
                <a:latin typeface="Lucida Sans Unicode"/>
                <a:cs typeface="Lucida Sans Unicode"/>
              </a:rPr>
              <a:t> </a:t>
            </a:r>
            <a:r>
              <a:rPr dirty="0" sz="2200" spc="190">
                <a:solidFill>
                  <a:srgbClr val="231F20"/>
                </a:solidFill>
                <a:latin typeface="Lucida Sans Unicode"/>
                <a:cs typeface="Lucida Sans Unicode"/>
              </a:rPr>
              <a:t>the</a:t>
            </a:r>
            <a:r>
              <a:rPr dirty="0" sz="2200" spc="330">
                <a:solidFill>
                  <a:srgbClr val="231F20"/>
                </a:solidFill>
                <a:latin typeface="Lucida Sans Unicode"/>
                <a:cs typeface="Lucida Sans Unicode"/>
              </a:rPr>
              <a:t> </a:t>
            </a:r>
            <a:r>
              <a:rPr dirty="0" sz="2200" spc="254">
                <a:solidFill>
                  <a:srgbClr val="231F20"/>
                </a:solidFill>
                <a:latin typeface="Lucida Sans Unicode"/>
                <a:cs typeface="Lucida Sans Unicode"/>
              </a:rPr>
              <a:t>materials</a:t>
            </a:r>
            <a:r>
              <a:rPr dirty="0" sz="2200" spc="330">
                <a:solidFill>
                  <a:srgbClr val="231F20"/>
                </a:solidFill>
                <a:latin typeface="Lucida Sans Unicode"/>
                <a:cs typeface="Lucida Sans Unicode"/>
              </a:rPr>
              <a:t> </a:t>
            </a:r>
            <a:r>
              <a:rPr dirty="0" sz="2200" spc="270">
                <a:solidFill>
                  <a:srgbClr val="231F20"/>
                </a:solidFill>
                <a:latin typeface="Lucida Sans Unicode"/>
                <a:cs typeface="Lucida Sans Unicode"/>
              </a:rPr>
              <a:t>make</a:t>
            </a:r>
            <a:r>
              <a:rPr dirty="0" sz="2200" spc="330">
                <a:solidFill>
                  <a:srgbClr val="231F20"/>
                </a:solidFill>
                <a:latin typeface="Lucida Sans Unicode"/>
                <a:cs typeface="Lucida Sans Unicode"/>
              </a:rPr>
              <a:t> </a:t>
            </a:r>
            <a:r>
              <a:rPr dirty="0" sz="2200" spc="-110">
                <a:solidFill>
                  <a:srgbClr val="231F20"/>
                </a:solidFill>
                <a:latin typeface="Lucida Sans Unicode"/>
                <a:cs typeface="Lucida Sans Unicode"/>
              </a:rPr>
              <a:t>i</a:t>
            </a:r>
            <a:r>
              <a:rPr dirty="0" sz="2200" spc="-484">
                <a:solidFill>
                  <a:srgbClr val="231F20"/>
                </a:solidFill>
                <a:latin typeface="Lucida Sans Unicode"/>
                <a:cs typeface="Lucida Sans Unicode"/>
              </a:rPr>
              <a:t> </a:t>
            </a:r>
            <a:r>
              <a:rPr dirty="0" sz="2200" spc="-50">
                <a:solidFill>
                  <a:srgbClr val="231F20"/>
                </a:solidFill>
                <a:latin typeface="Lucida Sans Unicode"/>
                <a:cs typeface="Lucida Sans Unicode"/>
              </a:rPr>
              <a:t>t</a:t>
            </a:r>
            <a:endParaRPr sz="2200">
              <a:latin typeface="Lucida Sans Unicode"/>
              <a:cs typeface="Lucida Sans Unicode"/>
            </a:endParaRPr>
          </a:p>
          <a:p>
            <a:pPr marL="86995">
              <a:lnSpc>
                <a:spcPct val="100000"/>
              </a:lnSpc>
              <a:spcBef>
                <a:spcPts val="360"/>
              </a:spcBef>
            </a:pPr>
            <a:r>
              <a:rPr dirty="0" sz="2200" spc="215">
                <a:solidFill>
                  <a:srgbClr val="231F20"/>
                </a:solidFill>
                <a:latin typeface="Lucida Sans Unicode"/>
                <a:cs typeface="Lucida Sans Unicode"/>
              </a:rPr>
              <a:t>easy.</a:t>
            </a:r>
            <a:endParaRPr sz="2200">
              <a:latin typeface="Lucida Sans Unicode"/>
              <a:cs typeface="Lucida Sans Unicode"/>
            </a:endParaRPr>
          </a:p>
          <a:p>
            <a:pPr marL="806450" marR="203835">
              <a:lnSpc>
                <a:spcPct val="113300"/>
              </a:lnSpc>
              <a:spcBef>
                <a:spcPts val="3225"/>
              </a:spcBef>
            </a:pPr>
            <a:r>
              <a:rPr dirty="0" sz="3200" spc="555" b="1">
                <a:solidFill>
                  <a:srgbClr val="FFFFFF"/>
                </a:solidFill>
                <a:latin typeface="Trebuchet MS"/>
                <a:cs typeface="Trebuchet MS"/>
              </a:rPr>
              <a:t>84%</a:t>
            </a:r>
            <a:r>
              <a:rPr dirty="0" sz="3200" spc="355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3200" spc="375">
                <a:solidFill>
                  <a:srgbClr val="FFFFFF"/>
                </a:solidFill>
                <a:latin typeface="Lucida Sans Unicode"/>
                <a:cs typeface="Lucida Sans Unicode"/>
              </a:rPr>
              <a:t>recycle</a:t>
            </a:r>
            <a:r>
              <a:rPr dirty="0" sz="3200" spc="484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3200" spc="270">
                <a:solidFill>
                  <a:srgbClr val="FFFFFF"/>
                </a:solidFill>
                <a:latin typeface="Lucida Sans Unicode"/>
                <a:cs typeface="Lucida Sans Unicode"/>
              </a:rPr>
              <a:t>the</a:t>
            </a:r>
            <a:r>
              <a:rPr dirty="0" sz="3200" spc="484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3200" spc="409">
                <a:solidFill>
                  <a:srgbClr val="FFFFFF"/>
                </a:solidFill>
                <a:latin typeface="Lucida Sans Unicode"/>
                <a:cs typeface="Lucida Sans Unicode"/>
              </a:rPr>
              <a:t>cardboard </a:t>
            </a:r>
            <a:r>
              <a:rPr dirty="0" sz="3200" spc="110">
                <a:solidFill>
                  <a:srgbClr val="FFFFFF"/>
                </a:solidFill>
                <a:latin typeface="Lucida Sans Unicode"/>
                <a:cs typeface="Lucida Sans Unicode"/>
              </a:rPr>
              <a:t>box</a:t>
            </a:r>
            <a:endParaRPr sz="3200">
              <a:latin typeface="Lucida Sans Unicode"/>
              <a:cs typeface="Lucida Sans Unicode"/>
            </a:endParaRPr>
          </a:p>
          <a:p>
            <a:pPr marL="806450" marR="732790">
              <a:lnSpc>
                <a:spcPct val="113300"/>
              </a:lnSpc>
            </a:pPr>
            <a:r>
              <a:rPr dirty="0" sz="3200" spc="-20" b="1">
                <a:solidFill>
                  <a:srgbClr val="FFFFFF"/>
                </a:solidFill>
                <a:latin typeface="Trebuchet MS"/>
                <a:cs typeface="Trebuchet MS"/>
              </a:rPr>
              <a:t>77</a:t>
            </a:r>
            <a:r>
              <a:rPr dirty="0" sz="3200" spc="-655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3200" spc="975" b="1">
                <a:solidFill>
                  <a:srgbClr val="FFFFFF"/>
                </a:solidFill>
                <a:latin typeface="Trebuchet MS"/>
                <a:cs typeface="Trebuchet MS"/>
              </a:rPr>
              <a:t>-</a:t>
            </a:r>
            <a:r>
              <a:rPr dirty="0" sz="3200" spc="320" b="1">
                <a:solidFill>
                  <a:srgbClr val="FFFFFF"/>
                </a:solidFill>
                <a:latin typeface="Trebuchet MS"/>
                <a:cs typeface="Trebuchet MS"/>
              </a:rPr>
              <a:t>86</a:t>
            </a:r>
            <a:r>
              <a:rPr dirty="0" sz="3200" spc="-655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3200" spc="590" b="1">
                <a:solidFill>
                  <a:srgbClr val="FFFFFF"/>
                </a:solidFill>
                <a:latin typeface="Trebuchet MS"/>
                <a:cs typeface="Trebuchet MS"/>
              </a:rPr>
              <a:t>%</a:t>
            </a:r>
            <a:r>
              <a:rPr dirty="0" sz="3200" spc="350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3200" spc="270">
                <a:solidFill>
                  <a:srgbClr val="FFFFFF"/>
                </a:solidFill>
                <a:latin typeface="Lucida Sans Unicode"/>
                <a:cs typeface="Lucida Sans Unicode"/>
              </a:rPr>
              <a:t>throw</a:t>
            </a:r>
            <a:r>
              <a:rPr dirty="0" sz="3200" spc="48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3200" spc="240">
                <a:solidFill>
                  <a:srgbClr val="FFFFFF"/>
                </a:solidFill>
                <a:latin typeface="Lucida Sans Unicode"/>
                <a:cs typeface="Lucida Sans Unicode"/>
              </a:rPr>
              <a:t>out</a:t>
            </a:r>
            <a:r>
              <a:rPr dirty="0" sz="3200" spc="47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3200" spc="330">
                <a:solidFill>
                  <a:srgbClr val="FFFFFF"/>
                </a:solidFill>
                <a:latin typeface="Lucida Sans Unicode"/>
                <a:cs typeface="Lucida Sans Unicode"/>
              </a:rPr>
              <a:t>plastic </a:t>
            </a:r>
            <a:r>
              <a:rPr dirty="0" sz="3200" spc="310">
                <a:solidFill>
                  <a:srgbClr val="FFFFFF"/>
                </a:solidFill>
                <a:latin typeface="Lucida Sans Unicode"/>
                <a:cs typeface="Lucida Sans Unicode"/>
              </a:rPr>
              <a:t>ingredient</a:t>
            </a:r>
            <a:r>
              <a:rPr dirty="0" sz="3200" spc="484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3200" spc="395">
                <a:solidFill>
                  <a:srgbClr val="FFFFFF"/>
                </a:solidFill>
                <a:latin typeface="Lucida Sans Unicode"/>
                <a:cs typeface="Lucida Sans Unicode"/>
              </a:rPr>
              <a:t>packaging</a:t>
            </a:r>
            <a:endParaRPr sz="3200">
              <a:latin typeface="Lucida Sans Unicode"/>
              <a:cs typeface="Lucida Sans Unicode"/>
            </a:endParaRPr>
          </a:p>
          <a:p>
            <a:pPr marL="806450">
              <a:lnSpc>
                <a:spcPct val="100000"/>
              </a:lnSpc>
              <a:spcBef>
                <a:spcPts val="509"/>
              </a:spcBef>
            </a:pPr>
            <a:r>
              <a:rPr dirty="0" sz="3200" spc="165" b="1">
                <a:solidFill>
                  <a:srgbClr val="FFFFFF"/>
                </a:solidFill>
                <a:latin typeface="Trebuchet MS"/>
                <a:cs typeface="Trebuchet MS"/>
              </a:rPr>
              <a:t>4,</a:t>
            </a:r>
            <a:r>
              <a:rPr dirty="0" sz="3200" spc="-655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3200" spc="-265" b="1">
                <a:solidFill>
                  <a:srgbClr val="FFFFFF"/>
                </a:solidFill>
                <a:latin typeface="Trebuchet MS"/>
                <a:cs typeface="Trebuchet MS"/>
              </a:rPr>
              <a:t>211</a:t>
            </a:r>
            <a:r>
              <a:rPr dirty="0" sz="3200" spc="355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3200" spc="245" b="1">
                <a:solidFill>
                  <a:srgbClr val="FFFFFF"/>
                </a:solidFill>
                <a:latin typeface="Trebuchet MS"/>
                <a:cs typeface="Trebuchet MS"/>
              </a:rPr>
              <a:t>of</a:t>
            </a:r>
            <a:r>
              <a:rPr dirty="0" sz="3200" spc="355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3200" spc="-220" b="1">
                <a:solidFill>
                  <a:srgbClr val="FFFFFF"/>
                </a:solidFill>
                <a:latin typeface="Trebuchet MS"/>
                <a:cs typeface="Trebuchet MS"/>
              </a:rPr>
              <a:t>21</a:t>
            </a:r>
            <a:r>
              <a:rPr dirty="0" sz="3200" spc="-650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3200" spc="-260" b="1">
                <a:solidFill>
                  <a:srgbClr val="FFFFFF"/>
                </a:solidFill>
                <a:latin typeface="Trebuchet MS"/>
                <a:cs typeface="Trebuchet MS"/>
              </a:rPr>
              <a:t>,</a:t>
            </a:r>
            <a:r>
              <a:rPr dirty="0" sz="3200" spc="-650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3200" spc="225" b="1">
                <a:solidFill>
                  <a:srgbClr val="FFFFFF"/>
                </a:solidFill>
                <a:latin typeface="Trebuchet MS"/>
                <a:cs typeface="Trebuchet MS"/>
              </a:rPr>
              <a:t>967</a:t>
            </a:r>
            <a:r>
              <a:rPr dirty="0" sz="3200" spc="355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3200">
                <a:solidFill>
                  <a:srgbClr val="FFFFFF"/>
                </a:solidFill>
                <a:latin typeface="Lucida Sans Unicode"/>
                <a:cs typeface="Lucida Sans Unicode"/>
              </a:rPr>
              <a:t>Q</a:t>
            </a:r>
            <a:r>
              <a:rPr dirty="0" sz="3200" spc="-70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3200" spc="-1065">
                <a:solidFill>
                  <a:srgbClr val="FFFFFF"/>
                </a:solidFill>
                <a:latin typeface="Lucida Sans Unicode"/>
                <a:cs typeface="Lucida Sans Unicode"/>
              </a:rPr>
              <a:t>1</a:t>
            </a:r>
            <a:endParaRPr sz="3200">
              <a:latin typeface="Lucida Sans Unicode"/>
              <a:cs typeface="Lucida Sans Unicode"/>
            </a:endParaRPr>
          </a:p>
          <a:p>
            <a:pPr marL="806450">
              <a:lnSpc>
                <a:spcPct val="100000"/>
              </a:lnSpc>
              <a:spcBef>
                <a:spcPts val="509"/>
              </a:spcBef>
            </a:pPr>
            <a:r>
              <a:rPr dirty="0" sz="3200" spc="385">
                <a:solidFill>
                  <a:srgbClr val="FFFFFF"/>
                </a:solidFill>
                <a:latin typeface="Lucida Sans Unicode"/>
                <a:cs typeface="Lucida Sans Unicode"/>
              </a:rPr>
              <a:t>cancellations</a:t>
            </a:r>
            <a:r>
              <a:rPr dirty="0" sz="3200" spc="50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3200" spc="285">
                <a:solidFill>
                  <a:srgbClr val="FFFFFF"/>
                </a:solidFill>
                <a:latin typeface="Lucida Sans Unicode"/>
                <a:cs typeface="Lucida Sans Unicode"/>
              </a:rPr>
              <a:t>cite</a:t>
            </a:r>
            <a:endParaRPr sz="3200">
              <a:latin typeface="Lucida Sans Unicode"/>
              <a:cs typeface="Lucida Sans Unicode"/>
            </a:endParaRPr>
          </a:p>
          <a:p>
            <a:pPr marL="806450">
              <a:lnSpc>
                <a:spcPct val="100000"/>
              </a:lnSpc>
              <a:spcBef>
                <a:spcPts val="509"/>
              </a:spcBef>
            </a:pPr>
            <a:r>
              <a:rPr dirty="0" sz="3200" spc="405">
                <a:solidFill>
                  <a:srgbClr val="FFFFFF"/>
                </a:solidFill>
                <a:latin typeface="Lucida Sans Unicode"/>
                <a:cs typeface="Lucida Sans Unicode"/>
              </a:rPr>
              <a:t>packaging</a:t>
            </a:r>
            <a:r>
              <a:rPr dirty="0" sz="3200" spc="49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3200" spc="125">
                <a:solidFill>
                  <a:srgbClr val="FFFFFF"/>
                </a:solidFill>
                <a:latin typeface="Lucida Sans Unicode"/>
                <a:cs typeface="Lucida Sans Unicode"/>
              </a:rPr>
              <a:t>or</a:t>
            </a:r>
            <a:r>
              <a:rPr dirty="0" sz="3200" spc="49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3200" spc="300">
                <a:solidFill>
                  <a:srgbClr val="FFFFFF"/>
                </a:solidFill>
                <a:latin typeface="Lucida Sans Unicode"/>
                <a:cs typeface="Lucida Sans Unicode"/>
              </a:rPr>
              <a:t>freshness</a:t>
            </a:r>
            <a:endParaRPr sz="3200">
              <a:latin typeface="Lucida Sans Unicode"/>
              <a:cs typeface="Lucida Sans Unicode"/>
            </a:endParaRPr>
          </a:p>
          <a:p>
            <a:pPr marL="86995" marR="320040">
              <a:lnSpc>
                <a:spcPct val="113599"/>
              </a:lnSpc>
              <a:spcBef>
                <a:spcPts val="3754"/>
              </a:spcBef>
            </a:pPr>
            <a:r>
              <a:rPr dirty="0" sz="2200" spc="180">
                <a:solidFill>
                  <a:srgbClr val="231F20"/>
                </a:solidFill>
                <a:latin typeface="Lucida Sans Unicode"/>
                <a:cs typeface="Lucida Sans Unicode"/>
              </a:rPr>
              <a:t>Hungryroot,</a:t>
            </a:r>
            <a:r>
              <a:rPr dirty="0" sz="2200" spc="325">
                <a:solidFill>
                  <a:srgbClr val="231F20"/>
                </a:solidFill>
                <a:latin typeface="Lucida Sans Unicode"/>
                <a:cs typeface="Lucida Sans Unicode"/>
              </a:rPr>
              <a:t> </a:t>
            </a:r>
            <a:r>
              <a:rPr dirty="0" sz="2200" spc="145">
                <a:solidFill>
                  <a:srgbClr val="231F20"/>
                </a:solidFill>
                <a:latin typeface="Lucida Sans Unicode"/>
                <a:cs typeface="Lucida Sans Unicode"/>
              </a:rPr>
              <a:t>our</a:t>
            </a:r>
            <a:r>
              <a:rPr dirty="0" sz="2200" spc="325">
                <a:solidFill>
                  <a:srgbClr val="231F20"/>
                </a:solidFill>
                <a:latin typeface="Lucida Sans Unicode"/>
                <a:cs typeface="Lucida Sans Unicode"/>
              </a:rPr>
              <a:t> </a:t>
            </a:r>
            <a:r>
              <a:rPr dirty="0" sz="2200" spc="229">
                <a:solidFill>
                  <a:srgbClr val="231F20"/>
                </a:solidFill>
                <a:latin typeface="Lucida Sans Unicode"/>
                <a:cs typeface="Lucida Sans Unicode"/>
              </a:rPr>
              <a:t>largest</a:t>
            </a:r>
            <a:r>
              <a:rPr dirty="0" sz="2200" spc="325">
                <a:solidFill>
                  <a:srgbClr val="231F20"/>
                </a:solidFill>
                <a:latin typeface="Lucida Sans Unicode"/>
                <a:cs typeface="Lucida Sans Unicode"/>
              </a:rPr>
              <a:t> </a:t>
            </a:r>
            <a:r>
              <a:rPr dirty="0" sz="2200" spc="254">
                <a:solidFill>
                  <a:srgbClr val="231F20"/>
                </a:solidFill>
                <a:latin typeface="Lucida Sans Unicode"/>
                <a:cs typeface="Lucida Sans Unicode"/>
              </a:rPr>
              <a:t>competitive</a:t>
            </a:r>
            <a:r>
              <a:rPr dirty="0" sz="2200" spc="330">
                <a:solidFill>
                  <a:srgbClr val="231F20"/>
                </a:solidFill>
                <a:latin typeface="Lucida Sans Unicode"/>
                <a:cs typeface="Lucida Sans Unicode"/>
              </a:rPr>
              <a:t> </a:t>
            </a:r>
            <a:r>
              <a:rPr dirty="0" sz="2200" spc="180">
                <a:solidFill>
                  <a:srgbClr val="231F20"/>
                </a:solidFill>
                <a:latin typeface="Lucida Sans Unicode"/>
                <a:cs typeface="Lucida Sans Unicode"/>
              </a:rPr>
              <a:t>threat, </a:t>
            </a:r>
            <a:r>
              <a:rPr dirty="0" sz="2200" spc="250">
                <a:solidFill>
                  <a:srgbClr val="231F20"/>
                </a:solidFill>
                <a:latin typeface="Lucida Sans Unicode"/>
                <a:cs typeface="Lucida Sans Unicode"/>
              </a:rPr>
              <a:t>has</a:t>
            </a:r>
            <a:r>
              <a:rPr dirty="0" sz="2200" spc="340">
                <a:solidFill>
                  <a:srgbClr val="231F20"/>
                </a:solidFill>
                <a:latin typeface="Lucida Sans Unicode"/>
                <a:cs typeface="Lucida Sans Unicode"/>
              </a:rPr>
              <a:t> </a:t>
            </a:r>
            <a:r>
              <a:rPr dirty="0" sz="2200" spc="275">
                <a:solidFill>
                  <a:srgbClr val="231F20"/>
                </a:solidFill>
                <a:latin typeface="Lucida Sans Unicode"/>
                <a:cs typeface="Lucida Sans Unicode"/>
              </a:rPr>
              <a:t>already</a:t>
            </a:r>
            <a:r>
              <a:rPr dirty="0" sz="2200" spc="340">
                <a:solidFill>
                  <a:srgbClr val="231F20"/>
                </a:solidFill>
                <a:latin typeface="Lucida Sans Unicode"/>
                <a:cs typeface="Lucida Sans Unicode"/>
              </a:rPr>
              <a:t> </a:t>
            </a:r>
            <a:r>
              <a:rPr dirty="0" sz="2200" spc="210">
                <a:solidFill>
                  <a:srgbClr val="231F20"/>
                </a:solidFill>
                <a:latin typeface="Lucida Sans Unicode"/>
                <a:cs typeface="Lucida Sans Unicode"/>
              </a:rPr>
              <a:t>turned</a:t>
            </a:r>
            <a:r>
              <a:rPr dirty="0" sz="2200" spc="345">
                <a:solidFill>
                  <a:srgbClr val="231F20"/>
                </a:solidFill>
                <a:latin typeface="Lucida Sans Unicode"/>
                <a:cs typeface="Lucida Sans Unicode"/>
              </a:rPr>
              <a:t> </a:t>
            </a:r>
            <a:r>
              <a:rPr dirty="0" sz="2200" spc="280">
                <a:solidFill>
                  <a:srgbClr val="231F20"/>
                </a:solidFill>
                <a:latin typeface="Lucida Sans Unicode"/>
                <a:cs typeface="Lucida Sans Unicode"/>
              </a:rPr>
              <a:t>packaging</a:t>
            </a:r>
            <a:r>
              <a:rPr dirty="0" sz="2200" spc="340">
                <a:solidFill>
                  <a:srgbClr val="231F20"/>
                </a:solidFill>
                <a:latin typeface="Lucida Sans Unicode"/>
                <a:cs typeface="Lucida Sans Unicode"/>
              </a:rPr>
              <a:t> </a:t>
            </a:r>
            <a:r>
              <a:rPr dirty="0" sz="2200" spc="150">
                <a:solidFill>
                  <a:srgbClr val="231F20"/>
                </a:solidFill>
                <a:latin typeface="Lucida Sans Unicode"/>
                <a:cs typeface="Lucida Sans Unicode"/>
              </a:rPr>
              <a:t>into</a:t>
            </a:r>
            <a:r>
              <a:rPr dirty="0" sz="2200" spc="345">
                <a:solidFill>
                  <a:srgbClr val="231F20"/>
                </a:solidFill>
                <a:latin typeface="Lucida Sans Unicode"/>
                <a:cs typeface="Lucida Sans Unicode"/>
              </a:rPr>
              <a:t> </a:t>
            </a:r>
            <a:r>
              <a:rPr dirty="0" sz="2200" spc="235">
                <a:solidFill>
                  <a:srgbClr val="231F20"/>
                </a:solidFill>
                <a:latin typeface="Lucida Sans Unicode"/>
                <a:cs typeface="Lucida Sans Unicode"/>
              </a:rPr>
              <a:t>an</a:t>
            </a:r>
            <a:endParaRPr sz="2200">
              <a:latin typeface="Lucida Sans Unicode"/>
              <a:cs typeface="Lucida Sans Unicode"/>
            </a:endParaRPr>
          </a:p>
          <a:p>
            <a:pPr marL="86995">
              <a:lnSpc>
                <a:spcPct val="100000"/>
              </a:lnSpc>
              <a:spcBef>
                <a:spcPts val="359"/>
              </a:spcBef>
            </a:pPr>
            <a:r>
              <a:rPr dirty="0" sz="2200" spc="229">
                <a:solidFill>
                  <a:srgbClr val="231F20"/>
                </a:solidFill>
                <a:latin typeface="Lucida Sans Unicode"/>
                <a:cs typeface="Lucida Sans Unicode"/>
              </a:rPr>
              <a:t>acquisition</a:t>
            </a:r>
            <a:r>
              <a:rPr dirty="0" sz="2200" spc="330">
                <a:solidFill>
                  <a:srgbClr val="231F20"/>
                </a:solidFill>
                <a:latin typeface="Lucida Sans Unicode"/>
                <a:cs typeface="Lucida Sans Unicode"/>
              </a:rPr>
              <a:t> </a:t>
            </a:r>
            <a:r>
              <a:rPr dirty="0" sz="2200" spc="110">
                <a:solidFill>
                  <a:srgbClr val="231F20"/>
                </a:solidFill>
                <a:latin typeface="Lucida Sans Unicode"/>
                <a:cs typeface="Lucida Sans Unicode"/>
              </a:rPr>
              <a:t>tool.</a:t>
            </a:r>
            <a:endParaRPr sz="220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7992466" y="0"/>
            <a:ext cx="10295890" cy="8924290"/>
            <a:chOff x="7992466" y="0"/>
            <a:chExt cx="10295890" cy="8924290"/>
          </a:xfrm>
        </p:grpSpPr>
        <p:sp>
          <p:nvSpPr>
            <p:cNvPr id="3" name="object 3" descr=""/>
            <p:cNvSpPr/>
            <p:nvPr/>
          </p:nvSpPr>
          <p:spPr>
            <a:xfrm>
              <a:off x="16384714" y="0"/>
              <a:ext cx="1903730" cy="2685415"/>
            </a:xfrm>
            <a:custGeom>
              <a:avLst/>
              <a:gdLst/>
              <a:ahLst/>
              <a:cxnLst/>
              <a:rect l="l" t="t" r="r" b="b"/>
              <a:pathLst>
                <a:path w="1903730" h="2685415">
                  <a:moveTo>
                    <a:pt x="1903285" y="2685261"/>
                  </a:moveTo>
                  <a:lnTo>
                    <a:pt x="1789622" y="2685261"/>
                  </a:lnTo>
                  <a:lnTo>
                    <a:pt x="1742711" y="2672561"/>
                  </a:lnTo>
                  <a:lnTo>
                    <a:pt x="1696134" y="2672561"/>
                  </a:lnTo>
                  <a:lnTo>
                    <a:pt x="1649903" y="2659861"/>
                  </a:lnTo>
                  <a:lnTo>
                    <a:pt x="1604031" y="2659861"/>
                  </a:lnTo>
                  <a:lnTo>
                    <a:pt x="1294085" y="2570961"/>
                  </a:lnTo>
                  <a:lnTo>
                    <a:pt x="1251557" y="2558261"/>
                  </a:lnTo>
                  <a:lnTo>
                    <a:pt x="1209504" y="2532861"/>
                  </a:lnTo>
                  <a:lnTo>
                    <a:pt x="1167940" y="2520161"/>
                  </a:lnTo>
                  <a:lnTo>
                    <a:pt x="1126879" y="2494761"/>
                  </a:lnTo>
                  <a:lnTo>
                    <a:pt x="1086333" y="2482061"/>
                  </a:lnTo>
                  <a:lnTo>
                    <a:pt x="1006837" y="2431261"/>
                  </a:lnTo>
                  <a:lnTo>
                    <a:pt x="967914" y="2418561"/>
                  </a:lnTo>
                  <a:lnTo>
                    <a:pt x="929557" y="2393161"/>
                  </a:lnTo>
                  <a:lnTo>
                    <a:pt x="891781" y="2367761"/>
                  </a:lnTo>
                  <a:lnTo>
                    <a:pt x="854597" y="2342361"/>
                  </a:lnTo>
                  <a:lnTo>
                    <a:pt x="818020" y="2316961"/>
                  </a:lnTo>
                  <a:lnTo>
                    <a:pt x="782061" y="2291561"/>
                  </a:lnTo>
                  <a:lnTo>
                    <a:pt x="746734" y="2266161"/>
                  </a:lnTo>
                  <a:lnTo>
                    <a:pt x="712051" y="2228061"/>
                  </a:lnTo>
                  <a:lnTo>
                    <a:pt x="678027" y="2202661"/>
                  </a:lnTo>
                  <a:lnTo>
                    <a:pt x="644673" y="2177261"/>
                  </a:lnTo>
                  <a:lnTo>
                    <a:pt x="612002" y="2139161"/>
                  </a:lnTo>
                  <a:lnTo>
                    <a:pt x="580029" y="2113761"/>
                  </a:lnTo>
                  <a:lnTo>
                    <a:pt x="548765" y="2075661"/>
                  </a:lnTo>
                  <a:lnTo>
                    <a:pt x="518223" y="2050261"/>
                  </a:lnTo>
                  <a:lnTo>
                    <a:pt x="488417" y="2012161"/>
                  </a:lnTo>
                  <a:lnTo>
                    <a:pt x="459360" y="1974061"/>
                  </a:lnTo>
                  <a:lnTo>
                    <a:pt x="431064" y="1948661"/>
                  </a:lnTo>
                  <a:lnTo>
                    <a:pt x="403542" y="1910561"/>
                  </a:lnTo>
                  <a:lnTo>
                    <a:pt x="376808" y="1872461"/>
                  </a:lnTo>
                  <a:lnTo>
                    <a:pt x="350874" y="1834361"/>
                  </a:lnTo>
                  <a:lnTo>
                    <a:pt x="325753" y="1796261"/>
                  </a:lnTo>
                  <a:lnTo>
                    <a:pt x="301459" y="1758161"/>
                  </a:lnTo>
                  <a:lnTo>
                    <a:pt x="278004" y="1720061"/>
                  </a:lnTo>
                  <a:lnTo>
                    <a:pt x="255401" y="1681961"/>
                  </a:lnTo>
                  <a:lnTo>
                    <a:pt x="233664" y="1643861"/>
                  </a:lnTo>
                  <a:lnTo>
                    <a:pt x="212804" y="1605761"/>
                  </a:lnTo>
                  <a:lnTo>
                    <a:pt x="192836" y="1567661"/>
                  </a:lnTo>
                  <a:lnTo>
                    <a:pt x="173772" y="1529561"/>
                  </a:lnTo>
                  <a:lnTo>
                    <a:pt x="155625" y="1478761"/>
                  </a:lnTo>
                  <a:lnTo>
                    <a:pt x="138408" y="1440661"/>
                  </a:lnTo>
                  <a:lnTo>
                    <a:pt x="122134" y="1402561"/>
                  </a:lnTo>
                  <a:lnTo>
                    <a:pt x="106815" y="1351761"/>
                  </a:lnTo>
                  <a:lnTo>
                    <a:pt x="92466" y="1313661"/>
                  </a:lnTo>
                  <a:lnTo>
                    <a:pt x="79099" y="1262861"/>
                  </a:lnTo>
                  <a:lnTo>
                    <a:pt x="66727" y="1224761"/>
                  </a:lnTo>
                  <a:lnTo>
                    <a:pt x="55362" y="1173961"/>
                  </a:lnTo>
                  <a:lnTo>
                    <a:pt x="45018" y="1135861"/>
                  </a:lnTo>
                  <a:lnTo>
                    <a:pt x="35708" y="1085061"/>
                  </a:lnTo>
                  <a:lnTo>
                    <a:pt x="27445" y="1046961"/>
                  </a:lnTo>
                  <a:lnTo>
                    <a:pt x="20241" y="996161"/>
                  </a:lnTo>
                  <a:lnTo>
                    <a:pt x="14110" y="945361"/>
                  </a:lnTo>
                  <a:lnTo>
                    <a:pt x="9065" y="907261"/>
                  </a:lnTo>
                  <a:lnTo>
                    <a:pt x="5118" y="856461"/>
                  </a:lnTo>
                  <a:lnTo>
                    <a:pt x="2283" y="805661"/>
                  </a:lnTo>
                  <a:lnTo>
                    <a:pt x="573" y="754861"/>
                  </a:lnTo>
                  <a:lnTo>
                    <a:pt x="0" y="716761"/>
                  </a:lnTo>
                  <a:lnTo>
                    <a:pt x="573" y="665961"/>
                  </a:lnTo>
                  <a:lnTo>
                    <a:pt x="2283" y="615161"/>
                  </a:lnTo>
                  <a:lnTo>
                    <a:pt x="5118" y="564361"/>
                  </a:lnTo>
                  <a:lnTo>
                    <a:pt x="9065" y="526261"/>
                  </a:lnTo>
                  <a:lnTo>
                    <a:pt x="14110" y="475461"/>
                  </a:lnTo>
                  <a:lnTo>
                    <a:pt x="20241" y="424661"/>
                  </a:lnTo>
                  <a:lnTo>
                    <a:pt x="27445" y="386561"/>
                  </a:lnTo>
                  <a:lnTo>
                    <a:pt x="35708" y="335761"/>
                  </a:lnTo>
                  <a:lnTo>
                    <a:pt x="45018" y="284961"/>
                  </a:lnTo>
                  <a:lnTo>
                    <a:pt x="55362" y="246861"/>
                  </a:lnTo>
                  <a:lnTo>
                    <a:pt x="66727" y="196061"/>
                  </a:lnTo>
                  <a:lnTo>
                    <a:pt x="79099" y="157961"/>
                  </a:lnTo>
                  <a:lnTo>
                    <a:pt x="92466" y="107161"/>
                  </a:lnTo>
                  <a:lnTo>
                    <a:pt x="106815" y="69061"/>
                  </a:lnTo>
                  <a:lnTo>
                    <a:pt x="122134" y="30961"/>
                  </a:lnTo>
                  <a:lnTo>
                    <a:pt x="132052" y="0"/>
                  </a:lnTo>
                  <a:lnTo>
                    <a:pt x="1903285" y="0"/>
                  </a:lnTo>
                  <a:lnTo>
                    <a:pt x="1903285" y="2685261"/>
                  </a:lnTo>
                  <a:close/>
                </a:path>
              </a:pathLst>
            </a:custGeom>
            <a:solidFill>
              <a:srgbClr val="1B5738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" name="object 4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992466" y="2685261"/>
              <a:ext cx="9991724" cy="6238874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8166877" y="193395"/>
            <a:ext cx="9119235" cy="12446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0" spc="575">
                <a:solidFill>
                  <a:srgbClr val="040405"/>
                </a:solidFill>
              </a:rPr>
              <a:t>Data</a:t>
            </a:r>
            <a:r>
              <a:rPr dirty="0" sz="8000" spc="85">
                <a:solidFill>
                  <a:srgbClr val="040405"/>
                </a:solidFill>
              </a:rPr>
              <a:t> </a:t>
            </a:r>
            <a:r>
              <a:rPr dirty="0" sz="8000" spc="330">
                <a:solidFill>
                  <a:srgbClr val="040405"/>
                </a:solidFill>
              </a:rPr>
              <a:t>Analysis</a:t>
            </a:r>
            <a:r>
              <a:rPr dirty="0" sz="8000" spc="90">
                <a:solidFill>
                  <a:srgbClr val="040405"/>
                </a:solidFill>
              </a:rPr>
              <a:t> </a:t>
            </a:r>
            <a:r>
              <a:rPr dirty="0" sz="8000">
                <a:solidFill>
                  <a:srgbClr val="040405"/>
                </a:solidFill>
              </a:rPr>
              <a:t>-</a:t>
            </a:r>
            <a:r>
              <a:rPr dirty="0" sz="8000" spc="90">
                <a:solidFill>
                  <a:srgbClr val="040405"/>
                </a:solidFill>
              </a:rPr>
              <a:t> </a:t>
            </a:r>
            <a:r>
              <a:rPr dirty="0" sz="8000" spc="-25"/>
              <a:t>II</a:t>
            </a:r>
            <a:endParaRPr sz="8000"/>
          </a:p>
        </p:txBody>
      </p:sp>
      <p:sp>
        <p:nvSpPr>
          <p:cNvPr id="6" name="object 6" descr=""/>
          <p:cNvSpPr txBox="1"/>
          <p:nvPr/>
        </p:nvSpPr>
        <p:spPr>
          <a:xfrm>
            <a:off x="8187412" y="1304962"/>
            <a:ext cx="5055870" cy="5283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300" spc="400">
                <a:latin typeface="Lucida Sans Unicode"/>
                <a:cs typeface="Lucida Sans Unicode"/>
              </a:rPr>
              <a:t>Where</a:t>
            </a:r>
            <a:r>
              <a:rPr dirty="0" sz="3300" spc="500">
                <a:latin typeface="Lucida Sans Unicode"/>
                <a:cs typeface="Lucida Sans Unicode"/>
              </a:rPr>
              <a:t> </a:t>
            </a:r>
            <a:r>
              <a:rPr dirty="0" sz="3300" spc="285">
                <a:latin typeface="Lucida Sans Unicode"/>
                <a:cs typeface="Lucida Sans Unicode"/>
              </a:rPr>
              <a:t>the</a:t>
            </a:r>
            <a:r>
              <a:rPr dirty="0" sz="3300" spc="505">
                <a:latin typeface="Lucida Sans Unicode"/>
                <a:cs typeface="Lucida Sans Unicode"/>
              </a:rPr>
              <a:t> </a:t>
            </a:r>
            <a:r>
              <a:rPr dirty="0" sz="3300" spc="260">
                <a:latin typeface="Lucida Sans Unicode"/>
                <a:cs typeface="Lucida Sans Unicode"/>
              </a:rPr>
              <a:t>Friction</a:t>
            </a:r>
            <a:r>
              <a:rPr dirty="0" sz="3300" spc="500">
                <a:latin typeface="Lucida Sans Unicode"/>
                <a:cs typeface="Lucida Sans Unicode"/>
              </a:rPr>
              <a:t> </a:t>
            </a:r>
            <a:r>
              <a:rPr dirty="0" sz="3300" spc="80">
                <a:latin typeface="Lucida Sans Unicode"/>
                <a:cs typeface="Lucida Sans Unicode"/>
              </a:rPr>
              <a:t>Is</a:t>
            </a:r>
            <a:endParaRPr sz="3300">
              <a:latin typeface="Lucida Sans Unicode"/>
              <a:cs typeface="Lucida Sans Unicode"/>
            </a:endParaRPr>
          </a:p>
        </p:txBody>
      </p:sp>
      <p:pic>
        <p:nvPicPr>
          <p:cNvPr id="7" name="object 7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2784" y="400976"/>
            <a:ext cx="7372349" cy="9458324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633448" y="374452"/>
            <a:ext cx="17021175" cy="3973829"/>
            <a:chOff x="633448" y="374452"/>
            <a:chExt cx="17021175" cy="3973829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33448" y="374452"/>
              <a:ext cx="17021102" cy="3973473"/>
            </a:xfrm>
            <a:prstGeom prst="rect">
              <a:avLst/>
            </a:prstGeom>
          </p:spPr>
        </p:pic>
        <p:pic>
          <p:nvPicPr>
            <p:cNvPr id="4" name="object 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907791" y="1524000"/>
              <a:ext cx="12853415" cy="1487423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3089732" y="1566274"/>
            <a:ext cx="12473940" cy="1296035"/>
          </a:xfrm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pc="890"/>
              <a:t>ECONOMI</a:t>
            </a:r>
            <a:r>
              <a:rPr dirty="0" spc="75"/>
              <a:t>C</a:t>
            </a:r>
            <a:r>
              <a:rPr dirty="0" spc="1245"/>
              <a:t> </a:t>
            </a:r>
            <a:r>
              <a:rPr dirty="0" spc="650"/>
              <a:t>ANALYSI</a:t>
            </a:r>
            <a:r>
              <a:rPr dirty="0" spc="-165"/>
              <a:t>S</a:t>
            </a:r>
          </a:p>
        </p:txBody>
      </p:sp>
      <p:sp>
        <p:nvSpPr>
          <p:cNvPr id="6" name="object 6" descr=""/>
          <p:cNvSpPr txBox="1"/>
          <p:nvPr/>
        </p:nvSpPr>
        <p:spPr>
          <a:xfrm>
            <a:off x="5210711" y="2818786"/>
            <a:ext cx="7846059" cy="1168400"/>
          </a:xfrm>
          <a:prstGeom prst="rect">
            <a:avLst/>
          </a:prstGeom>
        </p:spPr>
        <p:txBody>
          <a:bodyPr wrap="square" lIns="0" tIns="58419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459"/>
              </a:spcBef>
            </a:pPr>
            <a:r>
              <a:rPr dirty="0" sz="2200">
                <a:solidFill>
                  <a:srgbClr val="FFFFFF"/>
                </a:solidFill>
                <a:latin typeface="Lucida Sans Unicode"/>
                <a:cs typeface="Lucida Sans Unicode"/>
              </a:rPr>
              <a:t>A</a:t>
            </a:r>
            <a:r>
              <a:rPr dirty="0" sz="2200" spc="32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200" spc="285">
                <a:solidFill>
                  <a:srgbClr val="FFFFFF"/>
                </a:solidFill>
                <a:latin typeface="Lucida Sans Unicode"/>
                <a:cs typeface="Lucida Sans Unicode"/>
              </a:rPr>
              <a:t>phased</a:t>
            </a:r>
            <a:r>
              <a:rPr dirty="0" sz="2200" spc="32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200" spc="175">
                <a:solidFill>
                  <a:srgbClr val="FFFFFF"/>
                </a:solidFill>
                <a:latin typeface="Lucida Sans Unicode"/>
                <a:cs typeface="Lucida Sans Unicode"/>
              </a:rPr>
              <a:t>two-</a:t>
            </a:r>
            <a:r>
              <a:rPr dirty="0" sz="2200" spc="-484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200" spc="-30">
                <a:solidFill>
                  <a:srgbClr val="FFFFFF"/>
                </a:solidFill>
                <a:latin typeface="Lucida Sans Unicode"/>
                <a:cs typeface="Lucida Sans Unicode"/>
              </a:rPr>
              <a:t>t</a:t>
            </a:r>
            <a:r>
              <a:rPr dirty="0" sz="2200" spc="-484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200" spc="125">
                <a:solidFill>
                  <a:srgbClr val="FFFFFF"/>
                </a:solidFill>
                <a:latin typeface="Lucida Sans Unicode"/>
                <a:cs typeface="Lucida Sans Unicode"/>
              </a:rPr>
              <a:t>ier</a:t>
            </a:r>
            <a:r>
              <a:rPr dirty="0" sz="2200" spc="32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200" spc="254">
                <a:solidFill>
                  <a:srgbClr val="FFFFFF"/>
                </a:solidFill>
                <a:latin typeface="Lucida Sans Unicode"/>
                <a:cs typeface="Lucida Sans Unicode"/>
              </a:rPr>
              <a:t>approach.</a:t>
            </a:r>
            <a:endParaRPr sz="2200">
              <a:latin typeface="Lucida Sans Unicode"/>
              <a:cs typeface="Lucida Sans Unicode"/>
            </a:endParaRPr>
          </a:p>
          <a:p>
            <a:pPr algn="ctr" marR="93980">
              <a:lnSpc>
                <a:spcPct val="100000"/>
              </a:lnSpc>
              <a:spcBef>
                <a:spcPts val="360"/>
              </a:spcBef>
            </a:pPr>
            <a:r>
              <a:rPr dirty="0" sz="2200" spc="95">
                <a:solidFill>
                  <a:srgbClr val="FFFFFF"/>
                </a:solidFill>
                <a:latin typeface="Lucida Sans Unicode"/>
                <a:cs typeface="Lucida Sans Unicode"/>
              </a:rPr>
              <a:t>Tier</a:t>
            </a:r>
            <a:r>
              <a:rPr dirty="0" sz="2200" spc="33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200" spc="-695">
                <a:solidFill>
                  <a:srgbClr val="FFFFFF"/>
                </a:solidFill>
                <a:latin typeface="Lucida Sans Unicode"/>
                <a:cs typeface="Lucida Sans Unicode"/>
              </a:rPr>
              <a:t>1</a:t>
            </a:r>
            <a:r>
              <a:rPr dirty="0" sz="2200" spc="33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200" spc="270">
                <a:solidFill>
                  <a:srgbClr val="FFFFFF"/>
                </a:solidFill>
                <a:latin typeface="Lucida Sans Unicode"/>
                <a:cs typeface="Lucida Sans Unicode"/>
              </a:rPr>
              <a:t>generates</a:t>
            </a:r>
            <a:r>
              <a:rPr dirty="0" sz="2200" spc="33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200" spc="190">
                <a:solidFill>
                  <a:srgbClr val="FFFFFF"/>
                </a:solidFill>
                <a:latin typeface="Lucida Sans Unicode"/>
                <a:cs typeface="Lucida Sans Unicode"/>
              </a:rPr>
              <a:t>returns</a:t>
            </a:r>
            <a:r>
              <a:rPr dirty="0" sz="2200" spc="33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200" spc="75">
                <a:solidFill>
                  <a:srgbClr val="FFFFFF"/>
                </a:solidFill>
                <a:latin typeface="Lucida Sans Unicode"/>
                <a:cs typeface="Lucida Sans Unicode"/>
              </a:rPr>
              <a:t>in</a:t>
            </a:r>
            <a:r>
              <a:rPr dirty="0" sz="2200" spc="33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200" spc="215">
                <a:solidFill>
                  <a:srgbClr val="FFFFFF"/>
                </a:solidFill>
                <a:latin typeface="Lucida Sans Unicode"/>
                <a:cs typeface="Lucida Sans Unicode"/>
              </a:rPr>
              <a:t>under</a:t>
            </a:r>
            <a:r>
              <a:rPr dirty="0" sz="2200" spc="33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200" spc="265">
                <a:solidFill>
                  <a:srgbClr val="FFFFFF"/>
                </a:solidFill>
                <a:latin typeface="Lucida Sans Unicode"/>
                <a:cs typeface="Lucida Sans Unicode"/>
              </a:rPr>
              <a:t>a</a:t>
            </a:r>
            <a:r>
              <a:rPr dirty="0" sz="2200" spc="33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200" spc="190">
                <a:solidFill>
                  <a:srgbClr val="FFFFFF"/>
                </a:solidFill>
                <a:latin typeface="Lucida Sans Unicode"/>
                <a:cs typeface="Lucida Sans Unicode"/>
              </a:rPr>
              <a:t>year.</a:t>
            </a:r>
            <a:endParaRPr sz="2200">
              <a:latin typeface="Lucida Sans Unicode"/>
              <a:cs typeface="Lucida Sans Unicode"/>
            </a:endParaRPr>
          </a:p>
          <a:p>
            <a:pPr algn="ctr">
              <a:lnSpc>
                <a:spcPct val="100000"/>
              </a:lnSpc>
              <a:spcBef>
                <a:spcPts val="360"/>
              </a:spcBef>
            </a:pPr>
            <a:r>
              <a:rPr dirty="0" sz="2200" spc="95">
                <a:solidFill>
                  <a:srgbClr val="FFFFFF"/>
                </a:solidFill>
                <a:latin typeface="Lucida Sans Unicode"/>
                <a:cs typeface="Lucida Sans Unicode"/>
              </a:rPr>
              <a:t>Tier</a:t>
            </a:r>
            <a:r>
              <a:rPr dirty="0" sz="2200" spc="30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200">
                <a:solidFill>
                  <a:srgbClr val="FFFFFF"/>
                </a:solidFill>
                <a:latin typeface="Lucida Sans Unicode"/>
                <a:cs typeface="Lucida Sans Unicode"/>
              </a:rPr>
              <a:t>2</a:t>
            </a:r>
            <a:r>
              <a:rPr dirty="0" sz="2200" spc="31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200" spc="185">
                <a:solidFill>
                  <a:srgbClr val="FFFFFF"/>
                </a:solidFill>
                <a:latin typeface="Lucida Sans Unicode"/>
                <a:cs typeface="Lucida Sans Unicode"/>
              </a:rPr>
              <a:t>builds</a:t>
            </a:r>
            <a:r>
              <a:rPr dirty="0" sz="2200" spc="31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200" spc="175">
                <a:solidFill>
                  <a:srgbClr val="FFFFFF"/>
                </a:solidFill>
                <a:latin typeface="Lucida Sans Unicode"/>
                <a:cs typeface="Lucida Sans Unicode"/>
              </a:rPr>
              <a:t>long-</a:t>
            </a:r>
            <a:r>
              <a:rPr dirty="0" sz="2200" spc="-484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200" spc="215">
                <a:solidFill>
                  <a:srgbClr val="FFFFFF"/>
                </a:solidFill>
                <a:latin typeface="Lucida Sans Unicode"/>
                <a:cs typeface="Lucida Sans Unicode"/>
              </a:rPr>
              <a:t>term</a:t>
            </a:r>
            <a:r>
              <a:rPr dirty="0" sz="2200" spc="31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200" spc="254">
                <a:solidFill>
                  <a:srgbClr val="FFFFFF"/>
                </a:solidFill>
                <a:latin typeface="Lucida Sans Unicode"/>
                <a:cs typeface="Lucida Sans Unicode"/>
              </a:rPr>
              <a:t>competitive</a:t>
            </a:r>
            <a:r>
              <a:rPr dirty="0" sz="2200" spc="31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200" spc="280">
                <a:solidFill>
                  <a:srgbClr val="FFFFFF"/>
                </a:solidFill>
                <a:latin typeface="Lucida Sans Unicode"/>
                <a:cs typeface="Lucida Sans Unicode"/>
              </a:rPr>
              <a:t>advantage.</a:t>
            </a:r>
            <a:endParaRPr sz="2200">
              <a:latin typeface="Lucida Sans Unicode"/>
              <a:cs typeface="Lucida Sans Unicode"/>
            </a:endParaRPr>
          </a:p>
        </p:txBody>
      </p:sp>
      <p:graphicFrame>
        <p:nvGraphicFramePr>
          <p:cNvPr id="7" name="object 7" descr=""/>
          <p:cNvGraphicFramePr>
            <a:graphicFrameLocks noGrp="1"/>
          </p:cNvGraphicFramePr>
          <p:nvPr/>
        </p:nvGraphicFramePr>
        <p:xfrm>
          <a:off x="2179271" y="4918957"/>
          <a:ext cx="13023850" cy="47548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108325"/>
                <a:gridCol w="5048884"/>
                <a:gridCol w="4789805"/>
              </a:tblGrid>
              <a:tr h="52387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57150">
                      <a:solidFill>
                        <a:srgbClr val="009145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14"/>
                        </a:spcBef>
                      </a:pPr>
                      <a:r>
                        <a:rPr dirty="0" sz="2550" spc="390" b="1">
                          <a:solidFill>
                            <a:srgbClr val="231F20"/>
                          </a:solidFill>
                          <a:latin typeface="Trebuchet MS"/>
                          <a:cs typeface="Trebuchet MS"/>
                        </a:rPr>
                        <a:t>Nutri-</a:t>
                      </a:r>
                      <a:r>
                        <a:rPr dirty="0" sz="2550" spc="260" b="1">
                          <a:solidFill>
                            <a:srgbClr val="231F20"/>
                          </a:solidFill>
                          <a:latin typeface="Trebuchet MS"/>
                          <a:cs typeface="Trebuchet MS"/>
                        </a:rPr>
                        <a:t>Ice</a:t>
                      </a:r>
                      <a:endParaRPr sz="2550">
                        <a:latin typeface="Trebuchet MS"/>
                        <a:cs typeface="Trebuchet MS"/>
                      </a:endParaRPr>
                    </a:p>
                  </a:txBody>
                  <a:tcPr marL="0" marR="0" marB="0" marT="14604">
                    <a:lnL w="57150">
                      <a:solidFill>
                        <a:srgbClr val="009145"/>
                      </a:solidFill>
                      <a:prstDash val="solid"/>
                    </a:lnL>
                    <a:lnR w="57150">
                      <a:solidFill>
                        <a:srgbClr val="009145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493395">
                        <a:lnSpc>
                          <a:spcPct val="100000"/>
                        </a:lnSpc>
                        <a:spcBef>
                          <a:spcPts val="114"/>
                        </a:spcBef>
                      </a:pPr>
                      <a:r>
                        <a:rPr dirty="0" sz="2550" spc="400" b="1">
                          <a:solidFill>
                            <a:srgbClr val="231F20"/>
                          </a:solidFill>
                          <a:latin typeface="Trebuchet MS"/>
                          <a:cs typeface="Trebuchet MS"/>
                        </a:rPr>
                        <a:t>Sustainable</a:t>
                      </a:r>
                      <a:r>
                        <a:rPr dirty="0" sz="2550" spc="310" b="1">
                          <a:solidFill>
                            <a:srgbClr val="231F20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2550" spc="375" b="1">
                          <a:solidFill>
                            <a:srgbClr val="231F20"/>
                          </a:solidFill>
                          <a:latin typeface="Trebuchet MS"/>
                          <a:cs typeface="Trebuchet MS"/>
                        </a:rPr>
                        <a:t>Materials</a:t>
                      </a:r>
                      <a:endParaRPr sz="2550">
                        <a:latin typeface="Trebuchet MS"/>
                        <a:cs typeface="Trebuchet MS"/>
                      </a:endParaRPr>
                    </a:p>
                  </a:txBody>
                  <a:tcPr marL="0" marR="0" marB="0" marT="14604">
                    <a:lnL w="57150">
                      <a:solidFill>
                        <a:srgbClr val="009145"/>
                      </a:solidFill>
                      <a:prstDash val="solid"/>
                    </a:lnL>
                  </a:tcPr>
                </a:tc>
              </a:tr>
              <a:tr h="651510">
                <a:tc>
                  <a:txBody>
                    <a:bodyPr/>
                    <a:lstStyle/>
                    <a:p>
                      <a:pPr algn="ctr" marR="637540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dirty="0" sz="2200" spc="235">
                          <a:solidFill>
                            <a:srgbClr val="231F20"/>
                          </a:solidFill>
                          <a:latin typeface="Lucida Sans Unicode"/>
                          <a:cs typeface="Lucida Sans Unicode"/>
                        </a:rPr>
                        <a:t>Annual</a:t>
                      </a:r>
                      <a:r>
                        <a:rPr dirty="0" sz="2200" spc="335">
                          <a:solidFill>
                            <a:srgbClr val="231F20"/>
                          </a:solidFill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dirty="0" sz="2200" spc="204">
                          <a:solidFill>
                            <a:srgbClr val="231F20"/>
                          </a:solidFill>
                          <a:latin typeface="Lucida Sans Unicode"/>
                          <a:cs typeface="Lucida Sans Unicode"/>
                        </a:rPr>
                        <a:t>Cost</a:t>
                      </a:r>
                      <a:endParaRPr sz="2200">
                        <a:latin typeface="Lucida Sans Unicode"/>
                        <a:cs typeface="Lucida Sans Unicode"/>
                      </a:endParaRPr>
                    </a:p>
                  </a:txBody>
                  <a:tcPr marL="0" marR="0" marB="0" marT="90170">
                    <a:lnR w="57150">
                      <a:solidFill>
                        <a:srgbClr val="009145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dirty="0" sz="2200" spc="-20">
                          <a:solidFill>
                            <a:srgbClr val="231F20"/>
                          </a:solidFill>
                          <a:latin typeface="Lucida Sans Unicode"/>
                          <a:cs typeface="Lucida Sans Unicode"/>
                        </a:rPr>
                        <a:t>$</a:t>
                      </a:r>
                      <a:r>
                        <a:rPr dirty="0" sz="2200" spc="-470">
                          <a:solidFill>
                            <a:srgbClr val="231F20"/>
                          </a:solidFill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dirty="0" sz="2200" spc="-310">
                          <a:solidFill>
                            <a:srgbClr val="231F20"/>
                          </a:solidFill>
                          <a:latin typeface="Lucida Sans Unicode"/>
                          <a:cs typeface="Lucida Sans Unicode"/>
                        </a:rPr>
                        <a:t>811</a:t>
                      </a:r>
                      <a:r>
                        <a:rPr dirty="0" sz="2200" spc="-470">
                          <a:solidFill>
                            <a:srgbClr val="231F20"/>
                          </a:solidFill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dirty="0" sz="2200" spc="-60">
                          <a:solidFill>
                            <a:srgbClr val="231F20"/>
                          </a:solidFill>
                          <a:latin typeface="Lucida Sans Unicode"/>
                          <a:cs typeface="Lucida Sans Unicode"/>
                        </a:rPr>
                        <a:t>K</a:t>
                      </a:r>
                      <a:endParaRPr sz="2200">
                        <a:latin typeface="Lucida Sans Unicode"/>
                        <a:cs typeface="Lucida Sans Unicode"/>
                      </a:endParaRPr>
                    </a:p>
                  </a:txBody>
                  <a:tcPr marL="0" marR="0" marB="0" marT="90170">
                    <a:lnL w="57150">
                      <a:solidFill>
                        <a:srgbClr val="009145"/>
                      </a:solidFill>
                      <a:prstDash val="solid"/>
                    </a:lnL>
                    <a:lnR w="57150">
                      <a:solidFill>
                        <a:srgbClr val="009145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498475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dirty="0" sz="2200" spc="-20">
                          <a:solidFill>
                            <a:srgbClr val="231F20"/>
                          </a:solidFill>
                          <a:latin typeface="Lucida Sans Unicode"/>
                          <a:cs typeface="Lucida Sans Unicode"/>
                        </a:rPr>
                        <a:t>$</a:t>
                      </a:r>
                      <a:r>
                        <a:rPr dirty="0" sz="2200" spc="-480">
                          <a:solidFill>
                            <a:srgbClr val="231F20"/>
                          </a:solidFill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dirty="0" sz="2200" spc="85">
                          <a:solidFill>
                            <a:srgbClr val="231F20"/>
                          </a:solidFill>
                          <a:latin typeface="Lucida Sans Unicode"/>
                          <a:cs typeface="Lucida Sans Unicode"/>
                        </a:rPr>
                        <a:t>330</a:t>
                      </a:r>
                      <a:r>
                        <a:rPr dirty="0" sz="2200" spc="-480">
                          <a:solidFill>
                            <a:srgbClr val="231F20"/>
                          </a:solidFill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dirty="0" sz="2200">
                          <a:solidFill>
                            <a:srgbClr val="231F20"/>
                          </a:solidFill>
                          <a:latin typeface="Lucida Sans Unicode"/>
                          <a:cs typeface="Lucida Sans Unicode"/>
                        </a:rPr>
                        <a:t>K</a:t>
                      </a:r>
                      <a:r>
                        <a:rPr dirty="0" sz="2200" spc="95">
                          <a:solidFill>
                            <a:srgbClr val="231F20"/>
                          </a:solidFill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dirty="0" sz="2200">
                          <a:solidFill>
                            <a:srgbClr val="231F20"/>
                          </a:solidFill>
                          <a:latin typeface="Lucida Sans Unicode"/>
                          <a:cs typeface="Lucida Sans Unicode"/>
                        </a:rPr>
                        <a:t>+</a:t>
                      </a:r>
                      <a:r>
                        <a:rPr dirty="0" sz="2200" spc="225">
                          <a:solidFill>
                            <a:srgbClr val="231F20"/>
                          </a:solidFill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dirty="0" sz="2200" spc="-20">
                          <a:solidFill>
                            <a:srgbClr val="231F20"/>
                          </a:solidFill>
                          <a:latin typeface="Lucida Sans Unicode"/>
                          <a:cs typeface="Lucida Sans Unicode"/>
                        </a:rPr>
                        <a:t>$</a:t>
                      </a:r>
                      <a:r>
                        <a:rPr dirty="0" sz="2200" spc="-480">
                          <a:solidFill>
                            <a:srgbClr val="231F20"/>
                          </a:solidFill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dirty="0" sz="2200" spc="105">
                          <a:solidFill>
                            <a:srgbClr val="231F20"/>
                          </a:solidFill>
                          <a:latin typeface="Lucida Sans Unicode"/>
                          <a:cs typeface="Lucida Sans Unicode"/>
                        </a:rPr>
                        <a:t>200</a:t>
                      </a:r>
                      <a:r>
                        <a:rPr dirty="0" sz="2200" spc="-480">
                          <a:solidFill>
                            <a:srgbClr val="231F20"/>
                          </a:solidFill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dirty="0" sz="2200">
                          <a:solidFill>
                            <a:srgbClr val="231F20"/>
                          </a:solidFill>
                          <a:latin typeface="Lucida Sans Unicode"/>
                          <a:cs typeface="Lucida Sans Unicode"/>
                        </a:rPr>
                        <a:t>K</a:t>
                      </a:r>
                      <a:r>
                        <a:rPr dirty="0" sz="2200" spc="229">
                          <a:solidFill>
                            <a:srgbClr val="231F20"/>
                          </a:solidFill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dirty="0" sz="2200" spc="215">
                          <a:solidFill>
                            <a:srgbClr val="231F20"/>
                          </a:solidFill>
                          <a:latin typeface="Lucida Sans Unicode"/>
                          <a:cs typeface="Lucida Sans Unicode"/>
                        </a:rPr>
                        <a:t>one-</a:t>
                      </a:r>
                      <a:r>
                        <a:rPr dirty="0" sz="2200" spc="-480">
                          <a:solidFill>
                            <a:srgbClr val="231F20"/>
                          </a:solidFill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dirty="0" sz="2200" spc="-25">
                          <a:solidFill>
                            <a:srgbClr val="231F20"/>
                          </a:solidFill>
                          <a:latin typeface="Lucida Sans Unicode"/>
                          <a:cs typeface="Lucida Sans Unicode"/>
                        </a:rPr>
                        <a:t>t</a:t>
                      </a:r>
                      <a:r>
                        <a:rPr dirty="0" sz="2200" spc="-480">
                          <a:solidFill>
                            <a:srgbClr val="231F20"/>
                          </a:solidFill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dirty="0" sz="2200" spc="210">
                          <a:solidFill>
                            <a:srgbClr val="231F20"/>
                          </a:solidFill>
                          <a:latin typeface="Lucida Sans Unicode"/>
                          <a:cs typeface="Lucida Sans Unicode"/>
                        </a:rPr>
                        <a:t>ime</a:t>
                      </a:r>
                      <a:endParaRPr sz="2200">
                        <a:latin typeface="Lucida Sans Unicode"/>
                        <a:cs typeface="Lucida Sans Unicode"/>
                      </a:endParaRPr>
                    </a:p>
                  </a:txBody>
                  <a:tcPr marL="0" marR="0" marB="0" marT="90170">
                    <a:lnL w="57150">
                      <a:solidFill>
                        <a:srgbClr val="009145"/>
                      </a:solidFill>
                      <a:prstDash val="solid"/>
                    </a:lnL>
                  </a:tcPr>
                </a:tc>
              </a:tr>
              <a:tr h="761365">
                <a:tc>
                  <a:txBody>
                    <a:bodyPr/>
                    <a:lstStyle/>
                    <a:p>
                      <a:pPr algn="ctr" marR="637540">
                        <a:lnSpc>
                          <a:spcPct val="100000"/>
                        </a:lnSpc>
                        <a:spcBef>
                          <a:spcPts val="1580"/>
                        </a:spcBef>
                      </a:pPr>
                      <a:r>
                        <a:rPr dirty="0" sz="2200" spc="235">
                          <a:solidFill>
                            <a:srgbClr val="231F20"/>
                          </a:solidFill>
                          <a:latin typeface="Lucida Sans Unicode"/>
                          <a:cs typeface="Lucida Sans Unicode"/>
                        </a:rPr>
                        <a:t>Annual</a:t>
                      </a:r>
                      <a:r>
                        <a:rPr dirty="0" sz="2200" spc="335">
                          <a:solidFill>
                            <a:srgbClr val="231F20"/>
                          </a:solidFill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dirty="0" sz="2200" spc="210">
                          <a:solidFill>
                            <a:srgbClr val="231F20"/>
                          </a:solidFill>
                          <a:latin typeface="Lucida Sans Unicode"/>
                          <a:cs typeface="Lucida Sans Unicode"/>
                        </a:rPr>
                        <a:t>Benefit</a:t>
                      </a:r>
                      <a:endParaRPr sz="2200">
                        <a:latin typeface="Lucida Sans Unicode"/>
                        <a:cs typeface="Lucida Sans Unicode"/>
                      </a:endParaRPr>
                    </a:p>
                  </a:txBody>
                  <a:tcPr marL="0" marR="0" marB="0" marT="200660">
                    <a:lnR w="57150">
                      <a:solidFill>
                        <a:srgbClr val="009145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580"/>
                        </a:spcBef>
                      </a:pPr>
                      <a:r>
                        <a:rPr dirty="0" sz="2200" spc="-20">
                          <a:solidFill>
                            <a:srgbClr val="231F20"/>
                          </a:solidFill>
                          <a:latin typeface="Lucida Sans Unicode"/>
                          <a:cs typeface="Lucida Sans Unicode"/>
                        </a:rPr>
                        <a:t>$</a:t>
                      </a:r>
                      <a:r>
                        <a:rPr dirty="0" sz="2200" spc="-475">
                          <a:solidFill>
                            <a:srgbClr val="231F20"/>
                          </a:solidFill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dirty="0" sz="2200" spc="145">
                          <a:solidFill>
                            <a:srgbClr val="231F20"/>
                          </a:solidFill>
                          <a:latin typeface="Lucida Sans Unicode"/>
                          <a:cs typeface="Lucida Sans Unicode"/>
                        </a:rPr>
                        <a:t>854</a:t>
                      </a:r>
                      <a:r>
                        <a:rPr dirty="0" sz="2200" spc="-470">
                          <a:solidFill>
                            <a:srgbClr val="231F20"/>
                          </a:solidFill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dirty="0" sz="2200" spc="-50">
                          <a:solidFill>
                            <a:srgbClr val="231F20"/>
                          </a:solidFill>
                          <a:latin typeface="Lucida Sans Unicode"/>
                          <a:cs typeface="Lucida Sans Unicode"/>
                        </a:rPr>
                        <a:t>k</a:t>
                      </a:r>
                      <a:endParaRPr sz="2200">
                        <a:latin typeface="Lucida Sans Unicode"/>
                        <a:cs typeface="Lucida Sans Unicode"/>
                      </a:endParaRPr>
                    </a:p>
                  </a:txBody>
                  <a:tcPr marL="0" marR="0" marB="0" marT="200660">
                    <a:lnL w="57150">
                      <a:solidFill>
                        <a:srgbClr val="009145"/>
                      </a:solidFill>
                      <a:prstDash val="solid"/>
                    </a:lnL>
                    <a:lnR w="57150">
                      <a:solidFill>
                        <a:srgbClr val="009145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 marL="258445">
                        <a:lnSpc>
                          <a:spcPct val="100000"/>
                        </a:lnSpc>
                        <a:spcBef>
                          <a:spcPts val="1580"/>
                        </a:spcBef>
                      </a:pPr>
                      <a:r>
                        <a:rPr dirty="0" sz="2200" spc="-20">
                          <a:solidFill>
                            <a:srgbClr val="231F20"/>
                          </a:solidFill>
                          <a:latin typeface="Lucida Sans Unicode"/>
                          <a:cs typeface="Lucida Sans Unicode"/>
                        </a:rPr>
                        <a:t>$</a:t>
                      </a:r>
                      <a:r>
                        <a:rPr dirty="0" sz="2200" spc="-475">
                          <a:solidFill>
                            <a:srgbClr val="231F20"/>
                          </a:solidFill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dirty="0" sz="2200" spc="105">
                          <a:solidFill>
                            <a:srgbClr val="231F20"/>
                          </a:solidFill>
                          <a:latin typeface="Lucida Sans Unicode"/>
                          <a:cs typeface="Lucida Sans Unicode"/>
                        </a:rPr>
                        <a:t>424</a:t>
                      </a:r>
                      <a:r>
                        <a:rPr dirty="0" sz="2200" spc="-475">
                          <a:solidFill>
                            <a:srgbClr val="231F20"/>
                          </a:solidFill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dirty="0" sz="2200" spc="-50">
                          <a:solidFill>
                            <a:srgbClr val="231F20"/>
                          </a:solidFill>
                          <a:latin typeface="Lucida Sans Unicode"/>
                          <a:cs typeface="Lucida Sans Unicode"/>
                        </a:rPr>
                        <a:t>K</a:t>
                      </a:r>
                      <a:endParaRPr sz="2200">
                        <a:latin typeface="Lucida Sans Unicode"/>
                        <a:cs typeface="Lucida Sans Unicode"/>
                      </a:endParaRPr>
                    </a:p>
                  </a:txBody>
                  <a:tcPr marL="0" marR="0" marB="0" marT="200660">
                    <a:lnL w="57150">
                      <a:solidFill>
                        <a:srgbClr val="009145"/>
                      </a:solidFill>
                      <a:prstDash val="solid"/>
                    </a:lnL>
                  </a:tcPr>
                </a:tc>
              </a:tr>
              <a:tr h="761365">
                <a:tc>
                  <a:txBody>
                    <a:bodyPr/>
                    <a:lstStyle/>
                    <a:p>
                      <a:pPr algn="ctr" marR="637540">
                        <a:lnSpc>
                          <a:spcPct val="100000"/>
                        </a:lnSpc>
                        <a:spcBef>
                          <a:spcPts val="1580"/>
                        </a:spcBef>
                      </a:pPr>
                      <a:r>
                        <a:rPr dirty="0" sz="2200" spc="80">
                          <a:solidFill>
                            <a:srgbClr val="231F20"/>
                          </a:solidFill>
                          <a:latin typeface="Lucida Sans Unicode"/>
                          <a:cs typeface="Lucida Sans Unicode"/>
                        </a:rPr>
                        <a:t>ROI</a:t>
                      </a:r>
                      <a:endParaRPr sz="2200">
                        <a:latin typeface="Lucida Sans Unicode"/>
                        <a:cs typeface="Lucida Sans Unicode"/>
                      </a:endParaRPr>
                    </a:p>
                  </a:txBody>
                  <a:tcPr marL="0" marR="0" marB="0" marT="200660">
                    <a:lnR w="57150">
                      <a:solidFill>
                        <a:srgbClr val="009145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580"/>
                        </a:spcBef>
                      </a:pPr>
                      <a:r>
                        <a:rPr dirty="0" sz="2200">
                          <a:solidFill>
                            <a:srgbClr val="231F20"/>
                          </a:solidFill>
                          <a:latin typeface="Lucida Sans Unicode"/>
                          <a:cs typeface="Lucida Sans Unicode"/>
                        </a:rPr>
                        <a:t>5</a:t>
                      </a:r>
                      <a:r>
                        <a:rPr dirty="0" sz="2200" spc="-480">
                          <a:solidFill>
                            <a:srgbClr val="231F20"/>
                          </a:solidFill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dirty="0" sz="2200" spc="-245">
                          <a:solidFill>
                            <a:srgbClr val="231F20"/>
                          </a:solidFill>
                          <a:latin typeface="Lucida Sans Unicode"/>
                          <a:cs typeface="Lucida Sans Unicode"/>
                        </a:rPr>
                        <a:t>.</a:t>
                      </a:r>
                      <a:r>
                        <a:rPr dirty="0" sz="2200" spc="-475">
                          <a:solidFill>
                            <a:srgbClr val="231F20"/>
                          </a:solidFill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dirty="0" sz="2200" spc="-90">
                          <a:solidFill>
                            <a:srgbClr val="231F20"/>
                          </a:solidFill>
                          <a:latin typeface="Lucida Sans Unicode"/>
                          <a:cs typeface="Lucida Sans Unicode"/>
                        </a:rPr>
                        <a:t>3</a:t>
                      </a:r>
                      <a:r>
                        <a:rPr dirty="0" sz="2200" spc="-475">
                          <a:solidFill>
                            <a:srgbClr val="231F20"/>
                          </a:solidFill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dirty="0" sz="2200" spc="155">
                          <a:solidFill>
                            <a:srgbClr val="231F20"/>
                          </a:solidFill>
                          <a:latin typeface="Lucida Sans Unicode"/>
                          <a:cs typeface="Lucida Sans Unicode"/>
                        </a:rPr>
                        <a:t>%</a:t>
                      </a:r>
                      <a:endParaRPr sz="2200">
                        <a:latin typeface="Lucida Sans Unicode"/>
                        <a:cs typeface="Lucida Sans Unicode"/>
                      </a:endParaRPr>
                    </a:p>
                  </a:txBody>
                  <a:tcPr marL="0" marR="0" marB="0" marT="200660">
                    <a:lnL w="57150">
                      <a:solidFill>
                        <a:srgbClr val="009145"/>
                      </a:solidFill>
                      <a:prstDash val="solid"/>
                    </a:lnL>
                    <a:lnR w="57150">
                      <a:solidFill>
                        <a:srgbClr val="009145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 marL="258445">
                        <a:lnSpc>
                          <a:spcPct val="100000"/>
                        </a:lnSpc>
                        <a:spcBef>
                          <a:spcPts val="1580"/>
                        </a:spcBef>
                      </a:pPr>
                      <a:r>
                        <a:rPr dirty="0" sz="2200" spc="55">
                          <a:solidFill>
                            <a:srgbClr val="231F20"/>
                          </a:solidFill>
                          <a:latin typeface="Lucida Sans Unicode"/>
                          <a:cs typeface="Lucida Sans Unicode"/>
                        </a:rPr>
                        <a:t>28</a:t>
                      </a:r>
                      <a:r>
                        <a:rPr dirty="0" sz="2200" spc="-480">
                          <a:solidFill>
                            <a:srgbClr val="231F20"/>
                          </a:solidFill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dirty="0" sz="2200" spc="-245">
                          <a:solidFill>
                            <a:srgbClr val="231F20"/>
                          </a:solidFill>
                          <a:latin typeface="Lucida Sans Unicode"/>
                          <a:cs typeface="Lucida Sans Unicode"/>
                        </a:rPr>
                        <a:t>.</a:t>
                      </a:r>
                      <a:r>
                        <a:rPr dirty="0" sz="2200" spc="-480">
                          <a:solidFill>
                            <a:srgbClr val="231F20"/>
                          </a:solidFill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dirty="0" sz="2200">
                          <a:solidFill>
                            <a:srgbClr val="231F20"/>
                          </a:solidFill>
                          <a:latin typeface="Lucida Sans Unicode"/>
                          <a:cs typeface="Lucida Sans Unicode"/>
                        </a:rPr>
                        <a:t>4</a:t>
                      </a:r>
                      <a:r>
                        <a:rPr dirty="0" sz="2200" spc="-475">
                          <a:solidFill>
                            <a:srgbClr val="231F20"/>
                          </a:solidFill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dirty="0" sz="2200" spc="204">
                          <a:solidFill>
                            <a:srgbClr val="231F20"/>
                          </a:solidFill>
                          <a:latin typeface="Lucida Sans Unicode"/>
                          <a:cs typeface="Lucida Sans Unicode"/>
                        </a:rPr>
                        <a:t>%</a:t>
                      </a:r>
                      <a:r>
                        <a:rPr dirty="0" sz="2200" spc="340">
                          <a:solidFill>
                            <a:srgbClr val="231F20"/>
                          </a:solidFill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dirty="0" sz="2200" spc="229">
                          <a:solidFill>
                            <a:srgbClr val="231F20"/>
                          </a:solidFill>
                          <a:latin typeface="Lucida Sans Unicode"/>
                          <a:cs typeface="Lucida Sans Unicode"/>
                        </a:rPr>
                        <a:t>ongoing</a:t>
                      </a:r>
                      <a:endParaRPr sz="2200">
                        <a:latin typeface="Lucida Sans Unicode"/>
                        <a:cs typeface="Lucida Sans Unicode"/>
                      </a:endParaRPr>
                    </a:p>
                  </a:txBody>
                  <a:tcPr marL="0" marR="0" marB="0" marT="200660">
                    <a:lnL w="57150">
                      <a:solidFill>
                        <a:srgbClr val="009145"/>
                      </a:solidFill>
                      <a:prstDash val="solid"/>
                    </a:lnL>
                  </a:tcPr>
                </a:tc>
              </a:tr>
              <a:tr h="761365">
                <a:tc>
                  <a:txBody>
                    <a:bodyPr/>
                    <a:lstStyle/>
                    <a:p>
                      <a:pPr algn="ctr" marR="637540">
                        <a:lnSpc>
                          <a:spcPct val="100000"/>
                        </a:lnSpc>
                        <a:spcBef>
                          <a:spcPts val="1580"/>
                        </a:spcBef>
                      </a:pPr>
                      <a:r>
                        <a:rPr dirty="0" sz="2200" spc="305">
                          <a:solidFill>
                            <a:srgbClr val="231F20"/>
                          </a:solidFill>
                          <a:latin typeface="Lucida Sans Unicode"/>
                          <a:cs typeface="Lucida Sans Unicode"/>
                        </a:rPr>
                        <a:t>Payback</a:t>
                      </a:r>
                      <a:endParaRPr sz="2200">
                        <a:latin typeface="Lucida Sans Unicode"/>
                        <a:cs typeface="Lucida Sans Unicode"/>
                      </a:endParaRPr>
                    </a:p>
                  </a:txBody>
                  <a:tcPr marL="0" marR="0" marB="0" marT="200660">
                    <a:lnR w="57150">
                      <a:solidFill>
                        <a:srgbClr val="009145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1597025">
                        <a:lnSpc>
                          <a:spcPct val="100000"/>
                        </a:lnSpc>
                        <a:spcBef>
                          <a:spcPts val="1580"/>
                        </a:spcBef>
                      </a:pPr>
                      <a:r>
                        <a:rPr dirty="0" sz="2200" spc="-575">
                          <a:solidFill>
                            <a:srgbClr val="231F20"/>
                          </a:solidFill>
                          <a:latin typeface="Lucida Sans Unicode"/>
                          <a:cs typeface="Lucida Sans Unicode"/>
                        </a:rPr>
                        <a:t>11</a:t>
                      </a:r>
                      <a:r>
                        <a:rPr dirty="0" sz="2200" spc="-480">
                          <a:solidFill>
                            <a:srgbClr val="231F20"/>
                          </a:solidFill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dirty="0" sz="2200" spc="-245">
                          <a:solidFill>
                            <a:srgbClr val="231F20"/>
                          </a:solidFill>
                          <a:latin typeface="Lucida Sans Unicode"/>
                          <a:cs typeface="Lucida Sans Unicode"/>
                        </a:rPr>
                        <a:t>.</a:t>
                      </a:r>
                      <a:r>
                        <a:rPr dirty="0" sz="2200" spc="-480">
                          <a:solidFill>
                            <a:srgbClr val="231F20"/>
                          </a:solidFill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dirty="0" sz="2200">
                          <a:solidFill>
                            <a:srgbClr val="231F20"/>
                          </a:solidFill>
                          <a:latin typeface="Lucida Sans Unicode"/>
                          <a:cs typeface="Lucida Sans Unicode"/>
                        </a:rPr>
                        <a:t>4</a:t>
                      </a:r>
                      <a:r>
                        <a:rPr dirty="0" sz="2200" spc="340">
                          <a:solidFill>
                            <a:srgbClr val="231F20"/>
                          </a:solidFill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dirty="0" sz="2200" spc="235">
                          <a:solidFill>
                            <a:srgbClr val="231F20"/>
                          </a:solidFill>
                          <a:latin typeface="Lucida Sans Unicode"/>
                          <a:cs typeface="Lucida Sans Unicode"/>
                        </a:rPr>
                        <a:t>months</a:t>
                      </a:r>
                      <a:endParaRPr sz="2200">
                        <a:latin typeface="Lucida Sans Unicode"/>
                        <a:cs typeface="Lucida Sans Unicode"/>
                      </a:endParaRPr>
                    </a:p>
                  </a:txBody>
                  <a:tcPr marL="0" marR="0" marB="0" marT="200660">
                    <a:lnL w="57150">
                      <a:solidFill>
                        <a:srgbClr val="009145"/>
                      </a:solidFill>
                      <a:prstDash val="solid"/>
                    </a:lnL>
                    <a:lnR w="57150">
                      <a:solidFill>
                        <a:srgbClr val="009145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1515745">
                        <a:lnSpc>
                          <a:spcPct val="100000"/>
                        </a:lnSpc>
                        <a:spcBef>
                          <a:spcPts val="1580"/>
                        </a:spcBef>
                      </a:pPr>
                      <a:r>
                        <a:rPr dirty="0" sz="2200" spc="50">
                          <a:solidFill>
                            <a:srgbClr val="231F20"/>
                          </a:solidFill>
                          <a:latin typeface="Lucida Sans Unicode"/>
                          <a:cs typeface="Lucida Sans Unicode"/>
                        </a:rPr>
                        <a:t>25</a:t>
                      </a:r>
                      <a:r>
                        <a:rPr dirty="0" sz="2200" spc="-480">
                          <a:solidFill>
                            <a:srgbClr val="231F20"/>
                          </a:solidFill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dirty="0" sz="2200" spc="-245">
                          <a:solidFill>
                            <a:srgbClr val="231F20"/>
                          </a:solidFill>
                          <a:latin typeface="Lucida Sans Unicode"/>
                          <a:cs typeface="Lucida Sans Unicode"/>
                        </a:rPr>
                        <a:t>.</a:t>
                      </a:r>
                      <a:r>
                        <a:rPr dirty="0" sz="2200" spc="-475">
                          <a:solidFill>
                            <a:srgbClr val="231F20"/>
                          </a:solidFill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dirty="0" sz="2200">
                          <a:solidFill>
                            <a:srgbClr val="231F20"/>
                          </a:solidFill>
                          <a:latin typeface="Lucida Sans Unicode"/>
                          <a:cs typeface="Lucida Sans Unicode"/>
                        </a:rPr>
                        <a:t>6</a:t>
                      </a:r>
                      <a:r>
                        <a:rPr dirty="0" sz="2200" spc="345">
                          <a:solidFill>
                            <a:srgbClr val="231F20"/>
                          </a:solidFill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dirty="0" sz="2200" spc="235">
                          <a:solidFill>
                            <a:srgbClr val="231F20"/>
                          </a:solidFill>
                          <a:latin typeface="Lucida Sans Unicode"/>
                          <a:cs typeface="Lucida Sans Unicode"/>
                        </a:rPr>
                        <a:t>months</a:t>
                      </a:r>
                      <a:endParaRPr sz="2200">
                        <a:latin typeface="Lucida Sans Unicode"/>
                        <a:cs typeface="Lucida Sans Unicode"/>
                      </a:endParaRPr>
                    </a:p>
                  </a:txBody>
                  <a:tcPr marL="0" marR="0" marB="0" marT="200660">
                    <a:lnL w="57150">
                      <a:solidFill>
                        <a:srgbClr val="009145"/>
                      </a:solidFill>
                      <a:prstDash val="solid"/>
                    </a:lnL>
                  </a:tcPr>
                </a:tc>
              </a:tr>
              <a:tr h="1295400">
                <a:tc>
                  <a:txBody>
                    <a:bodyPr/>
                    <a:lstStyle/>
                    <a:p>
                      <a:pPr algn="ctr" marR="637540">
                        <a:lnSpc>
                          <a:spcPct val="100000"/>
                        </a:lnSpc>
                        <a:spcBef>
                          <a:spcPts val="1580"/>
                        </a:spcBef>
                      </a:pPr>
                      <a:r>
                        <a:rPr dirty="0" sz="2200" spc="-90">
                          <a:solidFill>
                            <a:srgbClr val="231F20"/>
                          </a:solidFill>
                          <a:latin typeface="Lucida Sans Unicode"/>
                          <a:cs typeface="Lucida Sans Unicode"/>
                        </a:rPr>
                        <a:t>3</a:t>
                      </a:r>
                      <a:r>
                        <a:rPr dirty="0" sz="2200" spc="-480">
                          <a:solidFill>
                            <a:srgbClr val="231F20"/>
                          </a:solidFill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dirty="0" sz="2200" spc="-60">
                          <a:solidFill>
                            <a:srgbClr val="231F20"/>
                          </a:solidFill>
                          <a:latin typeface="Lucida Sans Unicode"/>
                          <a:cs typeface="Lucida Sans Unicode"/>
                        </a:rPr>
                        <a:t>-</a:t>
                      </a:r>
                      <a:r>
                        <a:rPr dirty="0" sz="2200" spc="-475">
                          <a:solidFill>
                            <a:srgbClr val="231F20"/>
                          </a:solidFill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dirty="0" sz="2200" spc="114">
                          <a:solidFill>
                            <a:srgbClr val="231F20"/>
                          </a:solidFill>
                          <a:latin typeface="Lucida Sans Unicode"/>
                          <a:cs typeface="Lucida Sans Unicode"/>
                        </a:rPr>
                        <a:t>yr</a:t>
                      </a:r>
                      <a:r>
                        <a:rPr dirty="0" sz="2200" spc="345">
                          <a:solidFill>
                            <a:srgbClr val="231F20"/>
                          </a:solidFill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dirty="0" sz="2200" spc="140">
                          <a:solidFill>
                            <a:srgbClr val="231F20"/>
                          </a:solidFill>
                          <a:latin typeface="Lucida Sans Unicode"/>
                          <a:cs typeface="Lucida Sans Unicode"/>
                        </a:rPr>
                        <a:t>NPV</a:t>
                      </a:r>
                      <a:endParaRPr sz="2200">
                        <a:latin typeface="Lucida Sans Unicode"/>
                        <a:cs typeface="Lucida Sans Unicode"/>
                      </a:endParaRPr>
                    </a:p>
                  </a:txBody>
                  <a:tcPr marL="0" marR="0" marB="0" marT="200660">
                    <a:lnR w="57150">
                      <a:solidFill>
                        <a:srgbClr val="009145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580"/>
                        </a:spcBef>
                      </a:pPr>
                      <a:r>
                        <a:rPr dirty="0" sz="2200" spc="-20">
                          <a:solidFill>
                            <a:srgbClr val="231F20"/>
                          </a:solidFill>
                          <a:latin typeface="Lucida Sans Unicode"/>
                          <a:cs typeface="Lucida Sans Unicode"/>
                        </a:rPr>
                        <a:t>$</a:t>
                      </a:r>
                      <a:r>
                        <a:rPr dirty="0" sz="2200" spc="-470">
                          <a:solidFill>
                            <a:srgbClr val="231F20"/>
                          </a:solidFill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dirty="0" sz="2200" spc="-85">
                          <a:solidFill>
                            <a:srgbClr val="231F20"/>
                          </a:solidFill>
                          <a:latin typeface="Lucida Sans Unicode"/>
                          <a:cs typeface="Lucida Sans Unicode"/>
                        </a:rPr>
                        <a:t>106</a:t>
                      </a:r>
                      <a:r>
                        <a:rPr dirty="0" sz="2200" spc="-465">
                          <a:solidFill>
                            <a:srgbClr val="231F20"/>
                          </a:solidFill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dirty="0" sz="2200" spc="-50">
                          <a:solidFill>
                            <a:srgbClr val="231F20"/>
                          </a:solidFill>
                          <a:latin typeface="Lucida Sans Unicode"/>
                          <a:cs typeface="Lucida Sans Unicode"/>
                        </a:rPr>
                        <a:t>k</a:t>
                      </a:r>
                      <a:endParaRPr sz="2200">
                        <a:latin typeface="Lucida Sans Unicode"/>
                        <a:cs typeface="Lucida Sans Unicode"/>
                      </a:endParaRPr>
                    </a:p>
                  </a:txBody>
                  <a:tcPr marL="0" marR="0" marB="0" marT="200660">
                    <a:lnL w="57150">
                      <a:solidFill>
                        <a:srgbClr val="009145"/>
                      </a:solidFill>
                      <a:prstDash val="solid"/>
                    </a:lnL>
                    <a:lnR w="57150">
                      <a:solidFill>
                        <a:srgbClr val="009145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 marL="258445">
                        <a:lnSpc>
                          <a:spcPct val="100000"/>
                        </a:lnSpc>
                        <a:spcBef>
                          <a:spcPts val="1580"/>
                        </a:spcBef>
                      </a:pPr>
                      <a:r>
                        <a:rPr dirty="0" sz="2200" spc="-20">
                          <a:solidFill>
                            <a:srgbClr val="231F20"/>
                          </a:solidFill>
                          <a:latin typeface="Lucida Sans Unicode"/>
                          <a:cs typeface="Lucida Sans Unicode"/>
                        </a:rPr>
                        <a:t>$</a:t>
                      </a:r>
                      <a:r>
                        <a:rPr dirty="0" sz="2200" spc="-475">
                          <a:solidFill>
                            <a:srgbClr val="231F20"/>
                          </a:solidFill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dirty="0" sz="2200" spc="50">
                          <a:solidFill>
                            <a:srgbClr val="231F20"/>
                          </a:solidFill>
                          <a:latin typeface="Lucida Sans Unicode"/>
                          <a:cs typeface="Lucida Sans Unicode"/>
                        </a:rPr>
                        <a:t>52</a:t>
                      </a:r>
                      <a:r>
                        <a:rPr dirty="0" sz="2200" spc="-475">
                          <a:solidFill>
                            <a:srgbClr val="231F20"/>
                          </a:solidFill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dirty="0" sz="2200" spc="-50">
                          <a:solidFill>
                            <a:srgbClr val="231F20"/>
                          </a:solidFill>
                          <a:latin typeface="Lucida Sans Unicode"/>
                          <a:cs typeface="Lucida Sans Unicode"/>
                        </a:rPr>
                        <a:t>K</a:t>
                      </a:r>
                      <a:endParaRPr sz="2200">
                        <a:latin typeface="Lucida Sans Unicode"/>
                        <a:cs typeface="Lucida Sans Unicode"/>
                      </a:endParaRPr>
                    </a:p>
                  </a:txBody>
                  <a:tcPr marL="0" marR="0" marB="0" marT="200660">
                    <a:lnL w="57150">
                      <a:solidFill>
                        <a:srgbClr val="009145"/>
                      </a:solidFill>
                      <a:prstDash val="solid"/>
                    </a:ln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633448" y="374452"/>
            <a:ext cx="17021175" cy="9912985"/>
            <a:chOff x="633448" y="374452"/>
            <a:chExt cx="17021175" cy="9912985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33448" y="374452"/>
              <a:ext cx="17021102" cy="3973473"/>
            </a:xfrm>
            <a:prstGeom prst="rect">
              <a:avLst/>
            </a:prstGeom>
          </p:spPr>
        </p:pic>
        <p:pic>
          <p:nvPicPr>
            <p:cNvPr id="4" name="object 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937093" y="4344656"/>
              <a:ext cx="12782549" cy="5942343"/>
            </a:xfrm>
            <a:prstGeom prst="rect">
              <a:avLst/>
            </a:prstGeom>
          </p:spPr>
        </p:pic>
        <p:pic>
          <p:nvPicPr>
            <p:cNvPr id="5" name="object 5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907791" y="1524000"/>
              <a:ext cx="12853415" cy="1487423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3089732" y="1566274"/>
            <a:ext cx="12473940" cy="1296035"/>
          </a:xfrm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pc="890"/>
              <a:t>ECONOMI</a:t>
            </a:r>
            <a:r>
              <a:rPr dirty="0" spc="75"/>
              <a:t>C</a:t>
            </a:r>
            <a:r>
              <a:rPr dirty="0" spc="1245"/>
              <a:t> </a:t>
            </a:r>
            <a:r>
              <a:rPr dirty="0" spc="650"/>
              <a:t>ANALYSI</a:t>
            </a:r>
            <a:r>
              <a:rPr dirty="0" spc="-165"/>
              <a:t>S</a:t>
            </a:r>
          </a:p>
        </p:txBody>
      </p:sp>
      <p:sp>
        <p:nvSpPr>
          <p:cNvPr id="7" name="object 7" descr=""/>
          <p:cNvSpPr txBox="1"/>
          <p:nvPr/>
        </p:nvSpPr>
        <p:spPr>
          <a:xfrm>
            <a:off x="5210711" y="2818786"/>
            <a:ext cx="7846059" cy="1168400"/>
          </a:xfrm>
          <a:prstGeom prst="rect">
            <a:avLst/>
          </a:prstGeom>
        </p:spPr>
        <p:txBody>
          <a:bodyPr wrap="square" lIns="0" tIns="58419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459"/>
              </a:spcBef>
            </a:pPr>
            <a:r>
              <a:rPr dirty="0" sz="2200">
                <a:solidFill>
                  <a:srgbClr val="FFFFFF"/>
                </a:solidFill>
                <a:latin typeface="Lucida Sans Unicode"/>
                <a:cs typeface="Lucida Sans Unicode"/>
              </a:rPr>
              <a:t>A</a:t>
            </a:r>
            <a:r>
              <a:rPr dirty="0" sz="2200" spc="32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200" spc="285">
                <a:solidFill>
                  <a:srgbClr val="FFFFFF"/>
                </a:solidFill>
                <a:latin typeface="Lucida Sans Unicode"/>
                <a:cs typeface="Lucida Sans Unicode"/>
              </a:rPr>
              <a:t>phased</a:t>
            </a:r>
            <a:r>
              <a:rPr dirty="0" sz="2200" spc="32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200" spc="175">
                <a:solidFill>
                  <a:srgbClr val="FFFFFF"/>
                </a:solidFill>
                <a:latin typeface="Lucida Sans Unicode"/>
                <a:cs typeface="Lucida Sans Unicode"/>
              </a:rPr>
              <a:t>two-</a:t>
            </a:r>
            <a:r>
              <a:rPr dirty="0" sz="2200" spc="-484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200" spc="-30">
                <a:solidFill>
                  <a:srgbClr val="FFFFFF"/>
                </a:solidFill>
                <a:latin typeface="Lucida Sans Unicode"/>
                <a:cs typeface="Lucida Sans Unicode"/>
              </a:rPr>
              <a:t>t</a:t>
            </a:r>
            <a:r>
              <a:rPr dirty="0" sz="2200" spc="-484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200" spc="125">
                <a:solidFill>
                  <a:srgbClr val="FFFFFF"/>
                </a:solidFill>
                <a:latin typeface="Lucida Sans Unicode"/>
                <a:cs typeface="Lucida Sans Unicode"/>
              </a:rPr>
              <a:t>ier</a:t>
            </a:r>
            <a:r>
              <a:rPr dirty="0" sz="2200" spc="32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200" spc="254">
                <a:solidFill>
                  <a:srgbClr val="FFFFFF"/>
                </a:solidFill>
                <a:latin typeface="Lucida Sans Unicode"/>
                <a:cs typeface="Lucida Sans Unicode"/>
              </a:rPr>
              <a:t>approach.</a:t>
            </a:r>
            <a:endParaRPr sz="2200">
              <a:latin typeface="Lucida Sans Unicode"/>
              <a:cs typeface="Lucida Sans Unicode"/>
            </a:endParaRPr>
          </a:p>
          <a:p>
            <a:pPr algn="ctr" marR="93980">
              <a:lnSpc>
                <a:spcPct val="100000"/>
              </a:lnSpc>
              <a:spcBef>
                <a:spcPts val="360"/>
              </a:spcBef>
            </a:pPr>
            <a:r>
              <a:rPr dirty="0" sz="2200" spc="95">
                <a:solidFill>
                  <a:srgbClr val="FFFFFF"/>
                </a:solidFill>
                <a:latin typeface="Lucida Sans Unicode"/>
                <a:cs typeface="Lucida Sans Unicode"/>
              </a:rPr>
              <a:t>Tier</a:t>
            </a:r>
            <a:r>
              <a:rPr dirty="0" sz="2200" spc="33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200" spc="-695">
                <a:solidFill>
                  <a:srgbClr val="FFFFFF"/>
                </a:solidFill>
                <a:latin typeface="Lucida Sans Unicode"/>
                <a:cs typeface="Lucida Sans Unicode"/>
              </a:rPr>
              <a:t>1</a:t>
            </a:r>
            <a:r>
              <a:rPr dirty="0" sz="2200" spc="33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200" spc="270">
                <a:solidFill>
                  <a:srgbClr val="FFFFFF"/>
                </a:solidFill>
                <a:latin typeface="Lucida Sans Unicode"/>
                <a:cs typeface="Lucida Sans Unicode"/>
              </a:rPr>
              <a:t>generates</a:t>
            </a:r>
            <a:r>
              <a:rPr dirty="0" sz="2200" spc="33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200" spc="190">
                <a:solidFill>
                  <a:srgbClr val="FFFFFF"/>
                </a:solidFill>
                <a:latin typeface="Lucida Sans Unicode"/>
                <a:cs typeface="Lucida Sans Unicode"/>
              </a:rPr>
              <a:t>returns</a:t>
            </a:r>
            <a:r>
              <a:rPr dirty="0" sz="2200" spc="33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200" spc="75">
                <a:solidFill>
                  <a:srgbClr val="FFFFFF"/>
                </a:solidFill>
                <a:latin typeface="Lucida Sans Unicode"/>
                <a:cs typeface="Lucida Sans Unicode"/>
              </a:rPr>
              <a:t>in</a:t>
            </a:r>
            <a:r>
              <a:rPr dirty="0" sz="2200" spc="33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200" spc="215">
                <a:solidFill>
                  <a:srgbClr val="FFFFFF"/>
                </a:solidFill>
                <a:latin typeface="Lucida Sans Unicode"/>
                <a:cs typeface="Lucida Sans Unicode"/>
              </a:rPr>
              <a:t>under</a:t>
            </a:r>
            <a:r>
              <a:rPr dirty="0" sz="2200" spc="33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200" spc="265">
                <a:solidFill>
                  <a:srgbClr val="FFFFFF"/>
                </a:solidFill>
                <a:latin typeface="Lucida Sans Unicode"/>
                <a:cs typeface="Lucida Sans Unicode"/>
              </a:rPr>
              <a:t>a</a:t>
            </a:r>
            <a:r>
              <a:rPr dirty="0" sz="2200" spc="33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200" spc="190">
                <a:solidFill>
                  <a:srgbClr val="FFFFFF"/>
                </a:solidFill>
                <a:latin typeface="Lucida Sans Unicode"/>
                <a:cs typeface="Lucida Sans Unicode"/>
              </a:rPr>
              <a:t>year.</a:t>
            </a:r>
            <a:endParaRPr sz="2200">
              <a:latin typeface="Lucida Sans Unicode"/>
              <a:cs typeface="Lucida Sans Unicode"/>
            </a:endParaRPr>
          </a:p>
          <a:p>
            <a:pPr algn="ctr">
              <a:lnSpc>
                <a:spcPct val="100000"/>
              </a:lnSpc>
              <a:spcBef>
                <a:spcPts val="360"/>
              </a:spcBef>
            </a:pPr>
            <a:r>
              <a:rPr dirty="0" sz="2200" spc="95">
                <a:solidFill>
                  <a:srgbClr val="FFFFFF"/>
                </a:solidFill>
                <a:latin typeface="Lucida Sans Unicode"/>
                <a:cs typeface="Lucida Sans Unicode"/>
              </a:rPr>
              <a:t>Tier</a:t>
            </a:r>
            <a:r>
              <a:rPr dirty="0" sz="2200" spc="30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200">
                <a:solidFill>
                  <a:srgbClr val="FFFFFF"/>
                </a:solidFill>
                <a:latin typeface="Lucida Sans Unicode"/>
                <a:cs typeface="Lucida Sans Unicode"/>
              </a:rPr>
              <a:t>2</a:t>
            </a:r>
            <a:r>
              <a:rPr dirty="0" sz="2200" spc="31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200" spc="185">
                <a:solidFill>
                  <a:srgbClr val="FFFFFF"/>
                </a:solidFill>
                <a:latin typeface="Lucida Sans Unicode"/>
                <a:cs typeface="Lucida Sans Unicode"/>
              </a:rPr>
              <a:t>builds</a:t>
            </a:r>
            <a:r>
              <a:rPr dirty="0" sz="2200" spc="31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200" spc="175">
                <a:solidFill>
                  <a:srgbClr val="FFFFFF"/>
                </a:solidFill>
                <a:latin typeface="Lucida Sans Unicode"/>
                <a:cs typeface="Lucida Sans Unicode"/>
              </a:rPr>
              <a:t>long-</a:t>
            </a:r>
            <a:r>
              <a:rPr dirty="0" sz="2200" spc="-484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200" spc="215">
                <a:solidFill>
                  <a:srgbClr val="FFFFFF"/>
                </a:solidFill>
                <a:latin typeface="Lucida Sans Unicode"/>
                <a:cs typeface="Lucida Sans Unicode"/>
              </a:rPr>
              <a:t>term</a:t>
            </a:r>
            <a:r>
              <a:rPr dirty="0" sz="2200" spc="31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200" spc="254">
                <a:solidFill>
                  <a:srgbClr val="FFFFFF"/>
                </a:solidFill>
                <a:latin typeface="Lucida Sans Unicode"/>
                <a:cs typeface="Lucida Sans Unicode"/>
              </a:rPr>
              <a:t>competitive</a:t>
            </a:r>
            <a:r>
              <a:rPr dirty="0" sz="2200" spc="31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200" spc="280">
                <a:solidFill>
                  <a:srgbClr val="FFFFFF"/>
                </a:solidFill>
                <a:latin typeface="Lucida Sans Unicode"/>
                <a:cs typeface="Lucida Sans Unicode"/>
              </a:rPr>
              <a:t>advantage.</a:t>
            </a:r>
            <a:endParaRPr sz="220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9747229" y="4126800"/>
            <a:ext cx="255904" cy="244475"/>
          </a:xfrm>
          <a:custGeom>
            <a:avLst/>
            <a:gdLst/>
            <a:ahLst/>
            <a:cxnLst/>
            <a:rect l="l" t="t" r="r" b="b"/>
            <a:pathLst>
              <a:path w="255904" h="244475">
                <a:moveTo>
                  <a:pt x="127916" y="244071"/>
                </a:moveTo>
                <a:lnTo>
                  <a:pt x="78122" y="234461"/>
                </a:lnTo>
                <a:lnTo>
                  <a:pt x="37463" y="208319"/>
                </a:lnTo>
                <a:lnTo>
                  <a:pt x="10051" y="169542"/>
                </a:lnTo>
                <a:lnTo>
                  <a:pt x="0" y="122051"/>
                </a:lnTo>
                <a:lnTo>
                  <a:pt x="10051" y="74551"/>
                </a:lnTo>
                <a:lnTo>
                  <a:pt x="37463" y="35755"/>
                </a:lnTo>
                <a:lnTo>
                  <a:pt x="78122" y="9594"/>
                </a:lnTo>
                <a:lnTo>
                  <a:pt x="127916" y="0"/>
                </a:lnTo>
                <a:lnTo>
                  <a:pt x="177718" y="9594"/>
                </a:lnTo>
                <a:lnTo>
                  <a:pt x="218396" y="35755"/>
                </a:lnTo>
                <a:lnTo>
                  <a:pt x="245827" y="74551"/>
                </a:lnTo>
                <a:lnTo>
                  <a:pt x="255512" y="120278"/>
                </a:lnTo>
                <a:lnTo>
                  <a:pt x="255512" y="123824"/>
                </a:lnTo>
                <a:lnTo>
                  <a:pt x="245827" y="169542"/>
                </a:lnTo>
                <a:lnTo>
                  <a:pt x="218396" y="208319"/>
                </a:lnTo>
                <a:lnTo>
                  <a:pt x="177718" y="234461"/>
                </a:lnTo>
                <a:lnTo>
                  <a:pt x="127916" y="244071"/>
                </a:lnTo>
                <a:close/>
              </a:path>
            </a:pathLst>
          </a:custGeom>
          <a:solidFill>
            <a:srgbClr val="1B5738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3" name="object 3" descr=""/>
          <p:cNvGrpSpPr/>
          <p:nvPr/>
        </p:nvGrpSpPr>
        <p:grpSpPr>
          <a:xfrm>
            <a:off x="9296357" y="2676841"/>
            <a:ext cx="1157605" cy="1388110"/>
            <a:chOff x="9296357" y="2676841"/>
            <a:chExt cx="1157605" cy="1388110"/>
          </a:xfrm>
        </p:grpSpPr>
        <p:sp>
          <p:nvSpPr>
            <p:cNvPr id="4" name="object 4" descr=""/>
            <p:cNvSpPr/>
            <p:nvPr/>
          </p:nvSpPr>
          <p:spPr>
            <a:xfrm>
              <a:off x="9296357" y="2676841"/>
              <a:ext cx="1157605" cy="1388110"/>
            </a:xfrm>
            <a:custGeom>
              <a:avLst/>
              <a:gdLst/>
              <a:ahLst/>
              <a:cxnLst/>
              <a:rect l="l" t="t" r="r" b="b"/>
              <a:pathLst>
                <a:path w="1157604" h="1388110">
                  <a:moveTo>
                    <a:pt x="585344" y="1387848"/>
                  </a:moveTo>
                  <a:lnTo>
                    <a:pt x="584103" y="1387848"/>
                  </a:lnTo>
                  <a:lnTo>
                    <a:pt x="438577" y="1145268"/>
                  </a:lnTo>
                  <a:lnTo>
                    <a:pt x="391492" y="1131880"/>
                  </a:lnTo>
                  <a:lnTo>
                    <a:pt x="346280" y="1114691"/>
                  </a:lnTo>
                  <a:lnTo>
                    <a:pt x="303103" y="1093897"/>
                  </a:lnTo>
                  <a:lnTo>
                    <a:pt x="262120" y="1069693"/>
                  </a:lnTo>
                  <a:lnTo>
                    <a:pt x="223493" y="1042277"/>
                  </a:lnTo>
                  <a:lnTo>
                    <a:pt x="187382" y="1011845"/>
                  </a:lnTo>
                  <a:lnTo>
                    <a:pt x="153948" y="978592"/>
                  </a:lnTo>
                  <a:lnTo>
                    <a:pt x="123351" y="942716"/>
                  </a:lnTo>
                  <a:lnTo>
                    <a:pt x="95753" y="904412"/>
                  </a:lnTo>
                  <a:lnTo>
                    <a:pt x="71312" y="863878"/>
                  </a:lnTo>
                  <a:lnTo>
                    <a:pt x="50192" y="821308"/>
                  </a:lnTo>
                  <a:lnTo>
                    <a:pt x="32551" y="776899"/>
                  </a:lnTo>
                  <a:lnTo>
                    <a:pt x="18551" y="730849"/>
                  </a:lnTo>
                  <a:lnTo>
                    <a:pt x="8352" y="683352"/>
                  </a:lnTo>
                  <a:lnTo>
                    <a:pt x="2114" y="634606"/>
                  </a:lnTo>
                  <a:lnTo>
                    <a:pt x="0" y="584806"/>
                  </a:lnTo>
                  <a:lnTo>
                    <a:pt x="1817" y="538042"/>
                  </a:lnTo>
                  <a:lnTo>
                    <a:pt x="1895" y="536031"/>
                  </a:lnTo>
                  <a:lnTo>
                    <a:pt x="7492" y="488490"/>
                  </a:lnTo>
                  <a:lnTo>
                    <a:pt x="16651" y="442321"/>
                  </a:lnTo>
                  <a:lnTo>
                    <a:pt x="29237" y="397660"/>
                  </a:lnTo>
                  <a:lnTo>
                    <a:pt x="45113" y="354644"/>
                  </a:lnTo>
                  <a:lnTo>
                    <a:pt x="64140" y="313410"/>
                  </a:lnTo>
                  <a:lnTo>
                    <a:pt x="86183" y="274095"/>
                  </a:lnTo>
                  <a:lnTo>
                    <a:pt x="111103" y="236837"/>
                  </a:lnTo>
                  <a:lnTo>
                    <a:pt x="138765" y="201772"/>
                  </a:lnTo>
                  <a:lnTo>
                    <a:pt x="169030" y="169037"/>
                  </a:lnTo>
                  <a:lnTo>
                    <a:pt x="201763" y="138770"/>
                  </a:lnTo>
                  <a:lnTo>
                    <a:pt x="236825" y="111107"/>
                  </a:lnTo>
                  <a:lnTo>
                    <a:pt x="274080" y="86185"/>
                  </a:lnTo>
                  <a:lnTo>
                    <a:pt x="313391" y="64142"/>
                  </a:lnTo>
                  <a:lnTo>
                    <a:pt x="354621" y="45114"/>
                  </a:lnTo>
                  <a:lnTo>
                    <a:pt x="397632" y="29238"/>
                  </a:lnTo>
                  <a:lnTo>
                    <a:pt x="442287" y="16652"/>
                  </a:lnTo>
                  <a:lnTo>
                    <a:pt x="488450" y="7492"/>
                  </a:lnTo>
                  <a:lnTo>
                    <a:pt x="535984" y="1895"/>
                  </a:lnTo>
                  <a:lnTo>
                    <a:pt x="584750" y="0"/>
                  </a:lnTo>
                  <a:lnTo>
                    <a:pt x="631781" y="1895"/>
                  </a:lnTo>
                  <a:lnTo>
                    <a:pt x="677751" y="7492"/>
                  </a:lnTo>
                  <a:lnTo>
                    <a:pt x="722514" y="16652"/>
                  </a:lnTo>
                  <a:lnTo>
                    <a:pt x="765924" y="29238"/>
                  </a:lnTo>
                  <a:lnTo>
                    <a:pt x="807836" y="45114"/>
                  </a:lnTo>
                  <a:lnTo>
                    <a:pt x="848103" y="64142"/>
                  </a:lnTo>
                  <a:lnTo>
                    <a:pt x="886578" y="86185"/>
                  </a:lnTo>
                  <a:lnTo>
                    <a:pt x="903066" y="97430"/>
                  </a:lnTo>
                  <a:lnTo>
                    <a:pt x="584750" y="97430"/>
                  </a:lnTo>
                  <a:lnTo>
                    <a:pt x="537996" y="99672"/>
                  </a:lnTo>
                  <a:lnTo>
                    <a:pt x="492463" y="106259"/>
                  </a:lnTo>
                  <a:lnTo>
                    <a:pt x="448357" y="116983"/>
                  </a:lnTo>
                  <a:lnTo>
                    <a:pt x="405888" y="131635"/>
                  </a:lnTo>
                  <a:lnTo>
                    <a:pt x="365265" y="150007"/>
                  </a:lnTo>
                  <a:lnTo>
                    <a:pt x="326694" y="171890"/>
                  </a:lnTo>
                  <a:lnTo>
                    <a:pt x="290385" y="197077"/>
                  </a:lnTo>
                  <a:lnTo>
                    <a:pt x="256545" y="225359"/>
                  </a:lnTo>
                  <a:lnTo>
                    <a:pt x="225384" y="256528"/>
                  </a:lnTo>
                  <a:lnTo>
                    <a:pt x="197108" y="290376"/>
                  </a:lnTo>
                  <a:lnTo>
                    <a:pt x="171927" y="326693"/>
                  </a:lnTo>
                  <a:lnTo>
                    <a:pt x="150049" y="365272"/>
                  </a:lnTo>
                  <a:lnTo>
                    <a:pt x="131682" y="405905"/>
                  </a:lnTo>
                  <a:lnTo>
                    <a:pt x="117033" y="448383"/>
                  </a:lnTo>
                  <a:lnTo>
                    <a:pt x="106313" y="492498"/>
                  </a:lnTo>
                  <a:lnTo>
                    <a:pt x="99727" y="538042"/>
                  </a:lnTo>
                  <a:lnTo>
                    <a:pt x="97486" y="584806"/>
                  </a:lnTo>
                  <a:lnTo>
                    <a:pt x="99727" y="631570"/>
                  </a:lnTo>
                  <a:lnTo>
                    <a:pt x="106313" y="677113"/>
                  </a:lnTo>
                  <a:lnTo>
                    <a:pt x="117033" y="721228"/>
                  </a:lnTo>
                  <a:lnTo>
                    <a:pt x="131682" y="763706"/>
                  </a:lnTo>
                  <a:lnTo>
                    <a:pt x="150049" y="804339"/>
                  </a:lnTo>
                  <a:lnTo>
                    <a:pt x="171927" y="842919"/>
                  </a:lnTo>
                  <a:lnTo>
                    <a:pt x="197108" y="879236"/>
                  </a:lnTo>
                  <a:lnTo>
                    <a:pt x="225384" y="913084"/>
                  </a:lnTo>
                  <a:lnTo>
                    <a:pt x="256545" y="944252"/>
                  </a:lnTo>
                  <a:lnTo>
                    <a:pt x="290385" y="972535"/>
                  </a:lnTo>
                  <a:lnTo>
                    <a:pt x="326694" y="997722"/>
                  </a:lnTo>
                  <a:lnTo>
                    <a:pt x="365265" y="1019605"/>
                  </a:lnTo>
                  <a:lnTo>
                    <a:pt x="405888" y="1037977"/>
                  </a:lnTo>
                  <a:lnTo>
                    <a:pt x="448357" y="1052629"/>
                  </a:lnTo>
                  <a:lnTo>
                    <a:pt x="492463" y="1063353"/>
                  </a:lnTo>
                  <a:lnTo>
                    <a:pt x="537996" y="1069939"/>
                  </a:lnTo>
                  <a:lnTo>
                    <a:pt x="584750" y="1072181"/>
                  </a:lnTo>
                  <a:lnTo>
                    <a:pt x="890996" y="1072181"/>
                  </a:lnTo>
                  <a:lnTo>
                    <a:pt x="854227" y="1093897"/>
                  </a:lnTo>
                  <a:lnTo>
                    <a:pt x="811049" y="1114691"/>
                  </a:lnTo>
                  <a:lnTo>
                    <a:pt x="765838" y="1131880"/>
                  </a:lnTo>
                  <a:lnTo>
                    <a:pt x="718752" y="1145268"/>
                  </a:lnTo>
                  <a:lnTo>
                    <a:pt x="585344" y="1387848"/>
                  </a:lnTo>
                  <a:close/>
                </a:path>
                <a:path w="1157604" h="1388110">
                  <a:moveTo>
                    <a:pt x="890996" y="1072181"/>
                  </a:moveTo>
                  <a:lnTo>
                    <a:pt x="584750" y="1072181"/>
                  </a:lnTo>
                  <a:lnTo>
                    <a:pt x="633460" y="1069693"/>
                  </a:lnTo>
                  <a:lnTo>
                    <a:pt x="633991" y="1069693"/>
                  </a:lnTo>
                  <a:lnTo>
                    <a:pt x="682111" y="1062234"/>
                  </a:lnTo>
                  <a:lnTo>
                    <a:pt x="728115" y="1050175"/>
                  </a:lnTo>
                  <a:lnTo>
                    <a:pt x="772048" y="1033725"/>
                  </a:lnTo>
                  <a:lnTo>
                    <a:pt x="813697" y="1013134"/>
                  </a:lnTo>
                  <a:lnTo>
                    <a:pt x="852848" y="988652"/>
                  </a:lnTo>
                  <a:lnTo>
                    <a:pt x="889286" y="960530"/>
                  </a:lnTo>
                  <a:lnTo>
                    <a:pt x="922798" y="929016"/>
                  </a:lnTo>
                  <a:lnTo>
                    <a:pt x="953170" y="894361"/>
                  </a:lnTo>
                  <a:lnTo>
                    <a:pt x="980186" y="856814"/>
                  </a:lnTo>
                  <a:lnTo>
                    <a:pt x="1003634" y="816626"/>
                  </a:lnTo>
                  <a:lnTo>
                    <a:pt x="1023298" y="774046"/>
                  </a:lnTo>
                  <a:lnTo>
                    <a:pt x="1038966" y="729324"/>
                  </a:lnTo>
                  <a:lnTo>
                    <a:pt x="1050422" y="682710"/>
                  </a:lnTo>
                  <a:lnTo>
                    <a:pt x="1057430" y="634606"/>
                  </a:lnTo>
                  <a:lnTo>
                    <a:pt x="1059843" y="584806"/>
                  </a:lnTo>
                  <a:lnTo>
                    <a:pt x="1057591" y="538042"/>
                  </a:lnTo>
                  <a:lnTo>
                    <a:pt x="1057494" y="536031"/>
                  </a:lnTo>
                  <a:lnTo>
                    <a:pt x="1057452" y="535157"/>
                  </a:lnTo>
                  <a:lnTo>
                    <a:pt x="1050422" y="486901"/>
                  </a:lnTo>
                  <a:lnTo>
                    <a:pt x="1038966" y="440288"/>
                  </a:lnTo>
                  <a:lnTo>
                    <a:pt x="1023298" y="395566"/>
                  </a:lnTo>
                  <a:lnTo>
                    <a:pt x="1003634" y="352986"/>
                  </a:lnTo>
                  <a:lnTo>
                    <a:pt x="980186" y="312798"/>
                  </a:lnTo>
                  <a:lnTo>
                    <a:pt x="953170" y="275251"/>
                  </a:lnTo>
                  <a:lnTo>
                    <a:pt x="922798" y="240596"/>
                  </a:lnTo>
                  <a:lnTo>
                    <a:pt x="889286" y="209082"/>
                  </a:lnTo>
                  <a:lnTo>
                    <a:pt x="852848" y="180959"/>
                  </a:lnTo>
                  <a:lnTo>
                    <a:pt x="813697" y="156478"/>
                  </a:lnTo>
                  <a:lnTo>
                    <a:pt x="772048" y="135887"/>
                  </a:lnTo>
                  <a:lnTo>
                    <a:pt x="728115" y="119437"/>
                  </a:lnTo>
                  <a:lnTo>
                    <a:pt x="682111" y="107378"/>
                  </a:lnTo>
                  <a:lnTo>
                    <a:pt x="634252" y="99959"/>
                  </a:lnTo>
                  <a:lnTo>
                    <a:pt x="584750" y="97430"/>
                  </a:lnTo>
                  <a:lnTo>
                    <a:pt x="903066" y="97430"/>
                  </a:lnTo>
                  <a:lnTo>
                    <a:pt x="957573" y="138770"/>
                  </a:lnTo>
                  <a:lnTo>
                    <a:pt x="989800" y="169037"/>
                  </a:lnTo>
                  <a:lnTo>
                    <a:pt x="1019651" y="201772"/>
                  </a:lnTo>
                  <a:lnTo>
                    <a:pt x="1046981" y="236837"/>
                  </a:lnTo>
                  <a:lnTo>
                    <a:pt x="1071644" y="274095"/>
                  </a:lnTo>
                  <a:lnTo>
                    <a:pt x="1093493" y="313410"/>
                  </a:lnTo>
                  <a:lnTo>
                    <a:pt x="1112383" y="354644"/>
                  </a:lnTo>
                  <a:lnTo>
                    <a:pt x="1128168" y="397660"/>
                  </a:lnTo>
                  <a:lnTo>
                    <a:pt x="1140701" y="442321"/>
                  </a:lnTo>
                  <a:lnTo>
                    <a:pt x="1149836" y="488490"/>
                  </a:lnTo>
                  <a:lnTo>
                    <a:pt x="1155325" y="535157"/>
                  </a:lnTo>
                  <a:lnTo>
                    <a:pt x="1155428" y="536031"/>
                  </a:lnTo>
                  <a:lnTo>
                    <a:pt x="1157294" y="584806"/>
                  </a:lnTo>
                  <a:lnTo>
                    <a:pt x="1155341" y="631570"/>
                  </a:lnTo>
                  <a:lnTo>
                    <a:pt x="1155215" y="634606"/>
                  </a:lnTo>
                  <a:lnTo>
                    <a:pt x="1149060" y="682710"/>
                  </a:lnTo>
                  <a:lnTo>
                    <a:pt x="1138778" y="730849"/>
                  </a:lnTo>
                  <a:lnTo>
                    <a:pt x="1124778" y="776899"/>
                  </a:lnTo>
                  <a:lnTo>
                    <a:pt x="1107137" y="821308"/>
                  </a:lnTo>
                  <a:lnTo>
                    <a:pt x="1086017" y="863878"/>
                  </a:lnTo>
                  <a:lnTo>
                    <a:pt x="1061577" y="904412"/>
                  </a:lnTo>
                  <a:lnTo>
                    <a:pt x="1033978" y="942716"/>
                  </a:lnTo>
                  <a:lnTo>
                    <a:pt x="1003381" y="978592"/>
                  </a:lnTo>
                  <a:lnTo>
                    <a:pt x="969947" y="1011845"/>
                  </a:lnTo>
                  <a:lnTo>
                    <a:pt x="933836" y="1042277"/>
                  </a:lnTo>
                  <a:lnTo>
                    <a:pt x="895209" y="1069693"/>
                  </a:lnTo>
                  <a:lnTo>
                    <a:pt x="890996" y="1072181"/>
                  </a:lnTo>
                  <a:close/>
                </a:path>
              </a:pathLst>
            </a:custGeom>
            <a:solidFill>
              <a:srgbClr val="1B5738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" name="object 5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566513" y="2826772"/>
              <a:ext cx="619124" cy="742949"/>
            </a:xfrm>
            <a:prstGeom prst="rect">
              <a:avLst/>
            </a:prstGeom>
          </p:spPr>
        </p:pic>
      </p:grpSp>
      <p:sp>
        <p:nvSpPr>
          <p:cNvPr id="6" name="object 6" descr=""/>
          <p:cNvSpPr/>
          <p:nvPr/>
        </p:nvSpPr>
        <p:spPr>
          <a:xfrm>
            <a:off x="12192098" y="4170634"/>
            <a:ext cx="255904" cy="244475"/>
          </a:xfrm>
          <a:custGeom>
            <a:avLst/>
            <a:gdLst/>
            <a:ahLst/>
            <a:cxnLst/>
            <a:rect l="l" t="t" r="r" b="b"/>
            <a:pathLst>
              <a:path w="255904" h="244475">
                <a:moveTo>
                  <a:pt x="127916" y="244071"/>
                </a:moveTo>
                <a:lnTo>
                  <a:pt x="78122" y="234461"/>
                </a:lnTo>
                <a:lnTo>
                  <a:pt x="37463" y="208319"/>
                </a:lnTo>
                <a:lnTo>
                  <a:pt x="10051" y="169542"/>
                </a:lnTo>
                <a:lnTo>
                  <a:pt x="0" y="122051"/>
                </a:lnTo>
                <a:lnTo>
                  <a:pt x="10051" y="74551"/>
                </a:lnTo>
                <a:lnTo>
                  <a:pt x="37463" y="35755"/>
                </a:lnTo>
                <a:lnTo>
                  <a:pt x="78122" y="9594"/>
                </a:lnTo>
                <a:lnTo>
                  <a:pt x="127916" y="0"/>
                </a:lnTo>
                <a:lnTo>
                  <a:pt x="177718" y="9594"/>
                </a:lnTo>
                <a:lnTo>
                  <a:pt x="218396" y="35755"/>
                </a:lnTo>
                <a:lnTo>
                  <a:pt x="245827" y="74551"/>
                </a:lnTo>
                <a:lnTo>
                  <a:pt x="255512" y="120277"/>
                </a:lnTo>
                <a:lnTo>
                  <a:pt x="255512" y="123825"/>
                </a:lnTo>
                <a:lnTo>
                  <a:pt x="245827" y="169542"/>
                </a:lnTo>
                <a:lnTo>
                  <a:pt x="218396" y="208319"/>
                </a:lnTo>
                <a:lnTo>
                  <a:pt x="177718" y="234461"/>
                </a:lnTo>
                <a:lnTo>
                  <a:pt x="127916" y="244071"/>
                </a:lnTo>
                <a:close/>
              </a:path>
            </a:pathLst>
          </a:custGeom>
          <a:solidFill>
            <a:srgbClr val="1B573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/>
          <p:nvPr/>
        </p:nvSpPr>
        <p:spPr>
          <a:xfrm>
            <a:off x="11741225" y="2720675"/>
            <a:ext cx="1157605" cy="1388110"/>
          </a:xfrm>
          <a:custGeom>
            <a:avLst/>
            <a:gdLst/>
            <a:ahLst/>
            <a:cxnLst/>
            <a:rect l="l" t="t" r="r" b="b"/>
            <a:pathLst>
              <a:path w="1157604" h="1388110">
                <a:moveTo>
                  <a:pt x="585344" y="1387848"/>
                </a:moveTo>
                <a:lnTo>
                  <a:pt x="584103" y="1387848"/>
                </a:lnTo>
                <a:lnTo>
                  <a:pt x="438577" y="1145268"/>
                </a:lnTo>
                <a:lnTo>
                  <a:pt x="391492" y="1131881"/>
                </a:lnTo>
                <a:lnTo>
                  <a:pt x="346280" y="1114691"/>
                </a:lnTo>
                <a:lnTo>
                  <a:pt x="303103" y="1093897"/>
                </a:lnTo>
                <a:lnTo>
                  <a:pt x="262120" y="1069693"/>
                </a:lnTo>
                <a:lnTo>
                  <a:pt x="223493" y="1042277"/>
                </a:lnTo>
                <a:lnTo>
                  <a:pt x="187382" y="1011845"/>
                </a:lnTo>
                <a:lnTo>
                  <a:pt x="153948" y="978592"/>
                </a:lnTo>
                <a:lnTo>
                  <a:pt x="123351" y="942716"/>
                </a:lnTo>
                <a:lnTo>
                  <a:pt x="95753" y="904412"/>
                </a:lnTo>
                <a:lnTo>
                  <a:pt x="71313" y="863878"/>
                </a:lnTo>
                <a:lnTo>
                  <a:pt x="50192" y="821308"/>
                </a:lnTo>
                <a:lnTo>
                  <a:pt x="32551" y="776899"/>
                </a:lnTo>
                <a:lnTo>
                  <a:pt x="18551" y="730849"/>
                </a:lnTo>
                <a:lnTo>
                  <a:pt x="8352" y="683352"/>
                </a:lnTo>
                <a:lnTo>
                  <a:pt x="2115" y="634606"/>
                </a:lnTo>
                <a:lnTo>
                  <a:pt x="0" y="584806"/>
                </a:lnTo>
                <a:lnTo>
                  <a:pt x="1817" y="538042"/>
                </a:lnTo>
                <a:lnTo>
                  <a:pt x="7492" y="488490"/>
                </a:lnTo>
                <a:lnTo>
                  <a:pt x="16652" y="442321"/>
                </a:lnTo>
                <a:lnTo>
                  <a:pt x="29238" y="397660"/>
                </a:lnTo>
                <a:lnTo>
                  <a:pt x="45113" y="354644"/>
                </a:lnTo>
                <a:lnTo>
                  <a:pt x="64140" y="313410"/>
                </a:lnTo>
                <a:lnTo>
                  <a:pt x="86183" y="274095"/>
                </a:lnTo>
                <a:lnTo>
                  <a:pt x="111103" y="236837"/>
                </a:lnTo>
                <a:lnTo>
                  <a:pt x="138765" y="201772"/>
                </a:lnTo>
                <a:lnTo>
                  <a:pt x="169030" y="169037"/>
                </a:lnTo>
                <a:lnTo>
                  <a:pt x="201763" y="138770"/>
                </a:lnTo>
                <a:lnTo>
                  <a:pt x="236825" y="111107"/>
                </a:lnTo>
                <a:lnTo>
                  <a:pt x="274080" y="86185"/>
                </a:lnTo>
                <a:lnTo>
                  <a:pt x="313391" y="64142"/>
                </a:lnTo>
                <a:lnTo>
                  <a:pt x="354621" y="45114"/>
                </a:lnTo>
                <a:lnTo>
                  <a:pt x="397632" y="29238"/>
                </a:lnTo>
                <a:lnTo>
                  <a:pt x="442287" y="16652"/>
                </a:lnTo>
                <a:lnTo>
                  <a:pt x="488450" y="7492"/>
                </a:lnTo>
                <a:lnTo>
                  <a:pt x="535984" y="1895"/>
                </a:lnTo>
                <a:lnTo>
                  <a:pt x="584751" y="0"/>
                </a:lnTo>
                <a:lnTo>
                  <a:pt x="631781" y="1895"/>
                </a:lnTo>
                <a:lnTo>
                  <a:pt x="677751" y="7492"/>
                </a:lnTo>
                <a:lnTo>
                  <a:pt x="722514" y="16652"/>
                </a:lnTo>
                <a:lnTo>
                  <a:pt x="765924" y="29238"/>
                </a:lnTo>
                <a:lnTo>
                  <a:pt x="807836" y="45114"/>
                </a:lnTo>
                <a:lnTo>
                  <a:pt x="848103" y="64142"/>
                </a:lnTo>
                <a:lnTo>
                  <a:pt x="886578" y="86185"/>
                </a:lnTo>
                <a:lnTo>
                  <a:pt x="903066" y="97430"/>
                </a:lnTo>
                <a:lnTo>
                  <a:pt x="584751" y="97430"/>
                </a:lnTo>
                <a:lnTo>
                  <a:pt x="537997" y="99672"/>
                </a:lnTo>
                <a:lnTo>
                  <a:pt x="492463" y="106259"/>
                </a:lnTo>
                <a:lnTo>
                  <a:pt x="448357" y="116983"/>
                </a:lnTo>
                <a:lnTo>
                  <a:pt x="405888" y="131635"/>
                </a:lnTo>
                <a:lnTo>
                  <a:pt x="365265" y="150007"/>
                </a:lnTo>
                <a:lnTo>
                  <a:pt x="326694" y="171890"/>
                </a:lnTo>
                <a:lnTo>
                  <a:pt x="290385" y="197077"/>
                </a:lnTo>
                <a:lnTo>
                  <a:pt x="256545" y="225359"/>
                </a:lnTo>
                <a:lnTo>
                  <a:pt x="225384" y="256528"/>
                </a:lnTo>
                <a:lnTo>
                  <a:pt x="197108" y="290376"/>
                </a:lnTo>
                <a:lnTo>
                  <a:pt x="171927" y="326693"/>
                </a:lnTo>
                <a:lnTo>
                  <a:pt x="150049" y="365272"/>
                </a:lnTo>
                <a:lnTo>
                  <a:pt x="131682" y="405905"/>
                </a:lnTo>
                <a:lnTo>
                  <a:pt x="117033" y="448383"/>
                </a:lnTo>
                <a:lnTo>
                  <a:pt x="106312" y="492498"/>
                </a:lnTo>
                <a:lnTo>
                  <a:pt x="99727" y="538042"/>
                </a:lnTo>
                <a:lnTo>
                  <a:pt x="97486" y="584806"/>
                </a:lnTo>
                <a:lnTo>
                  <a:pt x="99727" y="631570"/>
                </a:lnTo>
                <a:lnTo>
                  <a:pt x="106312" y="677113"/>
                </a:lnTo>
                <a:lnTo>
                  <a:pt x="117033" y="721228"/>
                </a:lnTo>
                <a:lnTo>
                  <a:pt x="131682" y="763706"/>
                </a:lnTo>
                <a:lnTo>
                  <a:pt x="150049" y="804339"/>
                </a:lnTo>
                <a:lnTo>
                  <a:pt x="171927" y="842919"/>
                </a:lnTo>
                <a:lnTo>
                  <a:pt x="197108" y="879236"/>
                </a:lnTo>
                <a:lnTo>
                  <a:pt x="225384" y="913084"/>
                </a:lnTo>
                <a:lnTo>
                  <a:pt x="256545" y="944252"/>
                </a:lnTo>
                <a:lnTo>
                  <a:pt x="290385" y="972535"/>
                </a:lnTo>
                <a:lnTo>
                  <a:pt x="326694" y="997722"/>
                </a:lnTo>
                <a:lnTo>
                  <a:pt x="365265" y="1019605"/>
                </a:lnTo>
                <a:lnTo>
                  <a:pt x="405888" y="1037977"/>
                </a:lnTo>
                <a:lnTo>
                  <a:pt x="448357" y="1052629"/>
                </a:lnTo>
                <a:lnTo>
                  <a:pt x="492463" y="1063353"/>
                </a:lnTo>
                <a:lnTo>
                  <a:pt x="537997" y="1069939"/>
                </a:lnTo>
                <a:lnTo>
                  <a:pt x="584751" y="1072181"/>
                </a:lnTo>
                <a:lnTo>
                  <a:pt x="890996" y="1072181"/>
                </a:lnTo>
                <a:lnTo>
                  <a:pt x="854227" y="1093897"/>
                </a:lnTo>
                <a:lnTo>
                  <a:pt x="811049" y="1114691"/>
                </a:lnTo>
                <a:lnTo>
                  <a:pt x="765838" y="1131881"/>
                </a:lnTo>
                <a:lnTo>
                  <a:pt x="718753" y="1145268"/>
                </a:lnTo>
                <a:lnTo>
                  <a:pt x="585344" y="1387848"/>
                </a:lnTo>
                <a:close/>
              </a:path>
              <a:path w="1157604" h="1388110">
                <a:moveTo>
                  <a:pt x="890996" y="1072181"/>
                </a:moveTo>
                <a:lnTo>
                  <a:pt x="584751" y="1072181"/>
                </a:lnTo>
                <a:lnTo>
                  <a:pt x="633460" y="1069693"/>
                </a:lnTo>
                <a:lnTo>
                  <a:pt x="633991" y="1069693"/>
                </a:lnTo>
                <a:lnTo>
                  <a:pt x="682111" y="1062234"/>
                </a:lnTo>
                <a:lnTo>
                  <a:pt x="728115" y="1050175"/>
                </a:lnTo>
                <a:lnTo>
                  <a:pt x="772048" y="1033725"/>
                </a:lnTo>
                <a:lnTo>
                  <a:pt x="813698" y="1013134"/>
                </a:lnTo>
                <a:lnTo>
                  <a:pt x="852848" y="988652"/>
                </a:lnTo>
                <a:lnTo>
                  <a:pt x="889287" y="960530"/>
                </a:lnTo>
                <a:lnTo>
                  <a:pt x="922799" y="929016"/>
                </a:lnTo>
                <a:lnTo>
                  <a:pt x="953170" y="894361"/>
                </a:lnTo>
                <a:lnTo>
                  <a:pt x="980186" y="856814"/>
                </a:lnTo>
                <a:lnTo>
                  <a:pt x="1003634" y="816626"/>
                </a:lnTo>
                <a:lnTo>
                  <a:pt x="1023298" y="774046"/>
                </a:lnTo>
                <a:lnTo>
                  <a:pt x="1038966" y="729324"/>
                </a:lnTo>
                <a:lnTo>
                  <a:pt x="1050422" y="682710"/>
                </a:lnTo>
                <a:lnTo>
                  <a:pt x="1057430" y="634606"/>
                </a:lnTo>
                <a:lnTo>
                  <a:pt x="1059844" y="584806"/>
                </a:lnTo>
                <a:lnTo>
                  <a:pt x="1057591" y="538042"/>
                </a:lnTo>
                <a:lnTo>
                  <a:pt x="1057495" y="536031"/>
                </a:lnTo>
                <a:lnTo>
                  <a:pt x="1050422" y="486901"/>
                </a:lnTo>
                <a:lnTo>
                  <a:pt x="1038966" y="440288"/>
                </a:lnTo>
                <a:lnTo>
                  <a:pt x="1023298" y="395566"/>
                </a:lnTo>
                <a:lnTo>
                  <a:pt x="1003634" y="352986"/>
                </a:lnTo>
                <a:lnTo>
                  <a:pt x="980186" y="312798"/>
                </a:lnTo>
                <a:lnTo>
                  <a:pt x="953170" y="275251"/>
                </a:lnTo>
                <a:lnTo>
                  <a:pt x="922799" y="240596"/>
                </a:lnTo>
                <a:lnTo>
                  <a:pt x="889287" y="209082"/>
                </a:lnTo>
                <a:lnTo>
                  <a:pt x="852848" y="180959"/>
                </a:lnTo>
                <a:lnTo>
                  <a:pt x="813698" y="156478"/>
                </a:lnTo>
                <a:lnTo>
                  <a:pt x="772048" y="135887"/>
                </a:lnTo>
                <a:lnTo>
                  <a:pt x="728115" y="119437"/>
                </a:lnTo>
                <a:lnTo>
                  <a:pt x="682111" y="107378"/>
                </a:lnTo>
                <a:lnTo>
                  <a:pt x="634252" y="99959"/>
                </a:lnTo>
                <a:lnTo>
                  <a:pt x="584751" y="97430"/>
                </a:lnTo>
                <a:lnTo>
                  <a:pt x="903066" y="97430"/>
                </a:lnTo>
                <a:lnTo>
                  <a:pt x="957573" y="138770"/>
                </a:lnTo>
                <a:lnTo>
                  <a:pt x="989799" y="169037"/>
                </a:lnTo>
                <a:lnTo>
                  <a:pt x="1019651" y="201772"/>
                </a:lnTo>
                <a:lnTo>
                  <a:pt x="1046981" y="236837"/>
                </a:lnTo>
                <a:lnTo>
                  <a:pt x="1071644" y="274095"/>
                </a:lnTo>
                <a:lnTo>
                  <a:pt x="1093493" y="313410"/>
                </a:lnTo>
                <a:lnTo>
                  <a:pt x="1112383" y="354644"/>
                </a:lnTo>
                <a:lnTo>
                  <a:pt x="1128167" y="397660"/>
                </a:lnTo>
                <a:lnTo>
                  <a:pt x="1140700" y="442321"/>
                </a:lnTo>
                <a:lnTo>
                  <a:pt x="1149836" y="488490"/>
                </a:lnTo>
                <a:lnTo>
                  <a:pt x="1155324" y="535157"/>
                </a:lnTo>
                <a:lnTo>
                  <a:pt x="1157294" y="584806"/>
                </a:lnTo>
                <a:lnTo>
                  <a:pt x="1155341" y="631570"/>
                </a:lnTo>
                <a:lnTo>
                  <a:pt x="1149059" y="682710"/>
                </a:lnTo>
                <a:lnTo>
                  <a:pt x="1138778" y="730849"/>
                </a:lnTo>
                <a:lnTo>
                  <a:pt x="1124778" y="776899"/>
                </a:lnTo>
                <a:lnTo>
                  <a:pt x="1107137" y="821308"/>
                </a:lnTo>
                <a:lnTo>
                  <a:pt x="1086016" y="863878"/>
                </a:lnTo>
                <a:lnTo>
                  <a:pt x="1061576" y="904412"/>
                </a:lnTo>
                <a:lnTo>
                  <a:pt x="1033978" y="942716"/>
                </a:lnTo>
                <a:lnTo>
                  <a:pt x="1003381" y="978592"/>
                </a:lnTo>
                <a:lnTo>
                  <a:pt x="969947" y="1011845"/>
                </a:lnTo>
                <a:lnTo>
                  <a:pt x="933836" y="1042277"/>
                </a:lnTo>
                <a:lnTo>
                  <a:pt x="895209" y="1069693"/>
                </a:lnTo>
                <a:lnTo>
                  <a:pt x="890996" y="1072181"/>
                </a:lnTo>
                <a:close/>
              </a:path>
            </a:pathLst>
          </a:custGeom>
          <a:solidFill>
            <a:srgbClr val="1B573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 descr=""/>
          <p:cNvSpPr/>
          <p:nvPr/>
        </p:nvSpPr>
        <p:spPr>
          <a:xfrm>
            <a:off x="14635266" y="4170634"/>
            <a:ext cx="255904" cy="244475"/>
          </a:xfrm>
          <a:custGeom>
            <a:avLst/>
            <a:gdLst/>
            <a:ahLst/>
            <a:cxnLst/>
            <a:rect l="l" t="t" r="r" b="b"/>
            <a:pathLst>
              <a:path w="255905" h="244475">
                <a:moveTo>
                  <a:pt x="127916" y="244071"/>
                </a:moveTo>
                <a:lnTo>
                  <a:pt x="78122" y="234461"/>
                </a:lnTo>
                <a:lnTo>
                  <a:pt x="37463" y="208319"/>
                </a:lnTo>
                <a:lnTo>
                  <a:pt x="10051" y="169542"/>
                </a:lnTo>
                <a:lnTo>
                  <a:pt x="0" y="122051"/>
                </a:lnTo>
                <a:lnTo>
                  <a:pt x="10051" y="74551"/>
                </a:lnTo>
                <a:lnTo>
                  <a:pt x="37463" y="35755"/>
                </a:lnTo>
                <a:lnTo>
                  <a:pt x="78122" y="9594"/>
                </a:lnTo>
                <a:lnTo>
                  <a:pt x="127916" y="0"/>
                </a:lnTo>
                <a:lnTo>
                  <a:pt x="177718" y="9594"/>
                </a:lnTo>
                <a:lnTo>
                  <a:pt x="218396" y="35755"/>
                </a:lnTo>
                <a:lnTo>
                  <a:pt x="245827" y="74551"/>
                </a:lnTo>
                <a:lnTo>
                  <a:pt x="255512" y="120277"/>
                </a:lnTo>
                <a:lnTo>
                  <a:pt x="255512" y="123825"/>
                </a:lnTo>
                <a:lnTo>
                  <a:pt x="245827" y="169542"/>
                </a:lnTo>
                <a:lnTo>
                  <a:pt x="218396" y="208319"/>
                </a:lnTo>
                <a:lnTo>
                  <a:pt x="177718" y="234461"/>
                </a:lnTo>
                <a:lnTo>
                  <a:pt x="127916" y="244071"/>
                </a:lnTo>
                <a:close/>
              </a:path>
            </a:pathLst>
          </a:custGeom>
          <a:solidFill>
            <a:srgbClr val="1B573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 descr=""/>
          <p:cNvSpPr/>
          <p:nvPr/>
        </p:nvSpPr>
        <p:spPr>
          <a:xfrm>
            <a:off x="14184394" y="2720675"/>
            <a:ext cx="1157605" cy="1388110"/>
          </a:xfrm>
          <a:custGeom>
            <a:avLst/>
            <a:gdLst/>
            <a:ahLst/>
            <a:cxnLst/>
            <a:rect l="l" t="t" r="r" b="b"/>
            <a:pathLst>
              <a:path w="1157605" h="1388110">
                <a:moveTo>
                  <a:pt x="585345" y="1387848"/>
                </a:moveTo>
                <a:lnTo>
                  <a:pt x="584104" y="1387848"/>
                </a:lnTo>
                <a:lnTo>
                  <a:pt x="438577" y="1145268"/>
                </a:lnTo>
                <a:lnTo>
                  <a:pt x="391492" y="1131881"/>
                </a:lnTo>
                <a:lnTo>
                  <a:pt x="346280" y="1114691"/>
                </a:lnTo>
                <a:lnTo>
                  <a:pt x="303102" y="1093897"/>
                </a:lnTo>
                <a:lnTo>
                  <a:pt x="262120" y="1069693"/>
                </a:lnTo>
                <a:lnTo>
                  <a:pt x="223493" y="1042277"/>
                </a:lnTo>
                <a:lnTo>
                  <a:pt x="187382" y="1011845"/>
                </a:lnTo>
                <a:lnTo>
                  <a:pt x="153948" y="978592"/>
                </a:lnTo>
                <a:lnTo>
                  <a:pt x="123351" y="942716"/>
                </a:lnTo>
                <a:lnTo>
                  <a:pt x="95752" y="904412"/>
                </a:lnTo>
                <a:lnTo>
                  <a:pt x="71312" y="863878"/>
                </a:lnTo>
                <a:lnTo>
                  <a:pt x="50192" y="821308"/>
                </a:lnTo>
                <a:lnTo>
                  <a:pt x="32551" y="776899"/>
                </a:lnTo>
                <a:lnTo>
                  <a:pt x="18551" y="730849"/>
                </a:lnTo>
                <a:lnTo>
                  <a:pt x="8352" y="683352"/>
                </a:lnTo>
                <a:lnTo>
                  <a:pt x="2114" y="634606"/>
                </a:lnTo>
                <a:lnTo>
                  <a:pt x="0" y="584806"/>
                </a:lnTo>
                <a:lnTo>
                  <a:pt x="1817" y="538042"/>
                </a:lnTo>
                <a:lnTo>
                  <a:pt x="7492" y="488490"/>
                </a:lnTo>
                <a:lnTo>
                  <a:pt x="16652" y="442321"/>
                </a:lnTo>
                <a:lnTo>
                  <a:pt x="29238" y="397660"/>
                </a:lnTo>
                <a:lnTo>
                  <a:pt x="45113" y="354644"/>
                </a:lnTo>
                <a:lnTo>
                  <a:pt x="64140" y="313410"/>
                </a:lnTo>
                <a:lnTo>
                  <a:pt x="86183" y="274095"/>
                </a:lnTo>
                <a:lnTo>
                  <a:pt x="111104" y="236837"/>
                </a:lnTo>
                <a:lnTo>
                  <a:pt x="138765" y="201772"/>
                </a:lnTo>
                <a:lnTo>
                  <a:pt x="169031" y="169037"/>
                </a:lnTo>
                <a:lnTo>
                  <a:pt x="201763" y="138770"/>
                </a:lnTo>
                <a:lnTo>
                  <a:pt x="236826" y="111107"/>
                </a:lnTo>
                <a:lnTo>
                  <a:pt x="274081" y="86185"/>
                </a:lnTo>
                <a:lnTo>
                  <a:pt x="313392" y="64142"/>
                </a:lnTo>
                <a:lnTo>
                  <a:pt x="354621" y="45114"/>
                </a:lnTo>
                <a:lnTo>
                  <a:pt x="397632" y="29238"/>
                </a:lnTo>
                <a:lnTo>
                  <a:pt x="442288" y="16652"/>
                </a:lnTo>
                <a:lnTo>
                  <a:pt x="488451" y="7492"/>
                </a:lnTo>
                <a:lnTo>
                  <a:pt x="535985" y="1895"/>
                </a:lnTo>
                <a:lnTo>
                  <a:pt x="584751" y="0"/>
                </a:lnTo>
                <a:lnTo>
                  <a:pt x="631782" y="1895"/>
                </a:lnTo>
                <a:lnTo>
                  <a:pt x="677751" y="7492"/>
                </a:lnTo>
                <a:lnTo>
                  <a:pt x="722515" y="16652"/>
                </a:lnTo>
                <a:lnTo>
                  <a:pt x="765925" y="29238"/>
                </a:lnTo>
                <a:lnTo>
                  <a:pt x="807836" y="45114"/>
                </a:lnTo>
                <a:lnTo>
                  <a:pt x="848103" y="64142"/>
                </a:lnTo>
                <a:lnTo>
                  <a:pt x="886579" y="86185"/>
                </a:lnTo>
                <a:lnTo>
                  <a:pt x="903066" y="97430"/>
                </a:lnTo>
                <a:lnTo>
                  <a:pt x="584751" y="97430"/>
                </a:lnTo>
                <a:lnTo>
                  <a:pt x="537997" y="99672"/>
                </a:lnTo>
                <a:lnTo>
                  <a:pt x="492463" y="106259"/>
                </a:lnTo>
                <a:lnTo>
                  <a:pt x="448358" y="116983"/>
                </a:lnTo>
                <a:lnTo>
                  <a:pt x="405889" y="131635"/>
                </a:lnTo>
                <a:lnTo>
                  <a:pt x="365265" y="150007"/>
                </a:lnTo>
                <a:lnTo>
                  <a:pt x="326694" y="171890"/>
                </a:lnTo>
                <a:lnTo>
                  <a:pt x="290385" y="197077"/>
                </a:lnTo>
                <a:lnTo>
                  <a:pt x="256546" y="225359"/>
                </a:lnTo>
                <a:lnTo>
                  <a:pt x="225384" y="256528"/>
                </a:lnTo>
                <a:lnTo>
                  <a:pt x="197109" y="290376"/>
                </a:lnTo>
                <a:lnTo>
                  <a:pt x="171928" y="326693"/>
                </a:lnTo>
                <a:lnTo>
                  <a:pt x="150050" y="365272"/>
                </a:lnTo>
                <a:lnTo>
                  <a:pt x="131682" y="405905"/>
                </a:lnTo>
                <a:lnTo>
                  <a:pt x="117034" y="448383"/>
                </a:lnTo>
                <a:lnTo>
                  <a:pt x="106313" y="492498"/>
                </a:lnTo>
                <a:lnTo>
                  <a:pt x="99728" y="538042"/>
                </a:lnTo>
                <a:lnTo>
                  <a:pt x="97487" y="584806"/>
                </a:lnTo>
                <a:lnTo>
                  <a:pt x="99728" y="631570"/>
                </a:lnTo>
                <a:lnTo>
                  <a:pt x="106313" y="677113"/>
                </a:lnTo>
                <a:lnTo>
                  <a:pt x="117034" y="721228"/>
                </a:lnTo>
                <a:lnTo>
                  <a:pt x="131682" y="763706"/>
                </a:lnTo>
                <a:lnTo>
                  <a:pt x="150050" y="804339"/>
                </a:lnTo>
                <a:lnTo>
                  <a:pt x="171928" y="842919"/>
                </a:lnTo>
                <a:lnTo>
                  <a:pt x="197109" y="879236"/>
                </a:lnTo>
                <a:lnTo>
                  <a:pt x="225384" y="913084"/>
                </a:lnTo>
                <a:lnTo>
                  <a:pt x="256546" y="944252"/>
                </a:lnTo>
                <a:lnTo>
                  <a:pt x="290385" y="972535"/>
                </a:lnTo>
                <a:lnTo>
                  <a:pt x="326694" y="997722"/>
                </a:lnTo>
                <a:lnTo>
                  <a:pt x="365265" y="1019605"/>
                </a:lnTo>
                <a:lnTo>
                  <a:pt x="405889" y="1037977"/>
                </a:lnTo>
                <a:lnTo>
                  <a:pt x="448358" y="1052629"/>
                </a:lnTo>
                <a:lnTo>
                  <a:pt x="492463" y="1063353"/>
                </a:lnTo>
                <a:lnTo>
                  <a:pt x="537997" y="1069939"/>
                </a:lnTo>
                <a:lnTo>
                  <a:pt x="584751" y="1072181"/>
                </a:lnTo>
                <a:lnTo>
                  <a:pt x="890997" y="1072181"/>
                </a:lnTo>
                <a:lnTo>
                  <a:pt x="854227" y="1093897"/>
                </a:lnTo>
                <a:lnTo>
                  <a:pt x="811050" y="1114691"/>
                </a:lnTo>
                <a:lnTo>
                  <a:pt x="765838" y="1131881"/>
                </a:lnTo>
                <a:lnTo>
                  <a:pt x="718753" y="1145268"/>
                </a:lnTo>
                <a:lnTo>
                  <a:pt x="585345" y="1387848"/>
                </a:lnTo>
                <a:close/>
              </a:path>
              <a:path w="1157605" h="1388110">
                <a:moveTo>
                  <a:pt x="890997" y="1072181"/>
                </a:moveTo>
                <a:lnTo>
                  <a:pt x="584751" y="1072181"/>
                </a:lnTo>
                <a:lnTo>
                  <a:pt x="633461" y="1069693"/>
                </a:lnTo>
                <a:lnTo>
                  <a:pt x="633992" y="1069693"/>
                </a:lnTo>
                <a:lnTo>
                  <a:pt x="682112" y="1062234"/>
                </a:lnTo>
                <a:lnTo>
                  <a:pt x="728115" y="1050175"/>
                </a:lnTo>
                <a:lnTo>
                  <a:pt x="772049" y="1033725"/>
                </a:lnTo>
                <a:lnTo>
                  <a:pt x="813698" y="1013134"/>
                </a:lnTo>
                <a:lnTo>
                  <a:pt x="852849" y="988652"/>
                </a:lnTo>
                <a:lnTo>
                  <a:pt x="889287" y="960530"/>
                </a:lnTo>
                <a:lnTo>
                  <a:pt x="922799" y="929016"/>
                </a:lnTo>
                <a:lnTo>
                  <a:pt x="953170" y="894361"/>
                </a:lnTo>
                <a:lnTo>
                  <a:pt x="980186" y="856814"/>
                </a:lnTo>
                <a:lnTo>
                  <a:pt x="1003634" y="816626"/>
                </a:lnTo>
                <a:lnTo>
                  <a:pt x="1023298" y="774046"/>
                </a:lnTo>
                <a:lnTo>
                  <a:pt x="1038966" y="729324"/>
                </a:lnTo>
                <a:lnTo>
                  <a:pt x="1050422" y="682710"/>
                </a:lnTo>
                <a:lnTo>
                  <a:pt x="1057430" y="634606"/>
                </a:lnTo>
                <a:lnTo>
                  <a:pt x="1059843" y="584806"/>
                </a:lnTo>
                <a:lnTo>
                  <a:pt x="1057591" y="538042"/>
                </a:lnTo>
                <a:lnTo>
                  <a:pt x="1057494" y="536031"/>
                </a:lnTo>
                <a:lnTo>
                  <a:pt x="1057452" y="535157"/>
                </a:lnTo>
                <a:lnTo>
                  <a:pt x="1050422" y="486901"/>
                </a:lnTo>
                <a:lnTo>
                  <a:pt x="1038966" y="440288"/>
                </a:lnTo>
                <a:lnTo>
                  <a:pt x="1023298" y="395566"/>
                </a:lnTo>
                <a:lnTo>
                  <a:pt x="1003634" y="352986"/>
                </a:lnTo>
                <a:lnTo>
                  <a:pt x="980186" y="312798"/>
                </a:lnTo>
                <a:lnTo>
                  <a:pt x="953170" y="275251"/>
                </a:lnTo>
                <a:lnTo>
                  <a:pt x="922799" y="240596"/>
                </a:lnTo>
                <a:lnTo>
                  <a:pt x="889287" y="209082"/>
                </a:lnTo>
                <a:lnTo>
                  <a:pt x="852849" y="180959"/>
                </a:lnTo>
                <a:lnTo>
                  <a:pt x="813698" y="156478"/>
                </a:lnTo>
                <a:lnTo>
                  <a:pt x="772049" y="135887"/>
                </a:lnTo>
                <a:lnTo>
                  <a:pt x="728115" y="119437"/>
                </a:lnTo>
                <a:lnTo>
                  <a:pt x="682112" y="107378"/>
                </a:lnTo>
                <a:lnTo>
                  <a:pt x="634253" y="99959"/>
                </a:lnTo>
                <a:lnTo>
                  <a:pt x="584751" y="97430"/>
                </a:lnTo>
                <a:lnTo>
                  <a:pt x="903066" y="97430"/>
                </a:lnTo>
                <a:lnTo>
                  <a:pt x="957573" y="138770"/>
                </a:lnTo>
                <a:lnTo>
                  <a:pt x="989800" y="169037"/>
                </a:lnTo>
                <a:lnTo>
                  <a:pt x="1019651" y="201772"/>
                </a:lnTo>
                <a:lnTo>
                  <a:pt x="1046981" y="236837"/>
                </a:lnTo>
                <a:lnTo>
                  <a:pt x="1071644" y="274095"/>
                </a:lnTo>
                <a:lnTo>
                  <a:pt x="1093493" y="313410"/>
                </a:lnTo>
                <a:lnTo>
                  <a:pt x="1112383" y="354644"/>
                </a:lnTo>
                <a:lnTo>
                  <a:pt x="1128168" y="397660"/>
                </a:lnTo>
                <a:lnTo>
                  <a:pt x="1140701" y="442321"/>
                </a:lnTo>
                <a:lnTo>
                  <a:pt x="1149837" y="488490"/>
                </a:lnTo>
                <a:lnTo>
                  <a:pt x="1155326" y="535157"/>
                </a:lnTo>
                <a:lnTo>
                  <a:pt x="1157294" y="584806"/>
                </a:lnTo>
                <a:lnTo>
                  <a:pt x="1155342" y="631570"/>
                </a:lnTo>
                <a:lnTo>
                  <a:pt x="1155216" y="634606"/>
                </a:lnTo>
                <a:lnTo>
                  <a:pt x="1149061" y="682710"/>
                </a:lnTo>
                <a:lnTo>
                  <a:pt x="1148978" y="683352"/>
                </a:lnTo>
                <a:lnTo>
                  <a:pt x="1138779" y="730849"/>
                </a:lnTo>
                <a:lnTo>
                  <a:pt x="1124779" y="776899"/>
                </a:lnTo>
                <a:lnTo>
                  <a:pt x="1107138" y="821308"/>
                </a:lnTo>
                <a:lnTo>
                  <a:pt x="1086017" y="863878"/>
                </a:lnTo>
                <a:lnTo>
                  <a:pt x="1061577" y="904412"/>
                </a:lnTo>
                <a:lnTo>
                  <a:pt x="1033978" y="942716"/>
                </a:lnTo>
                <a:lnTo>
                  <a:pt x="1003382" y="978592"/>
                </a:lnTo>
                <a:lnTo>
                  <a:pt x="969948" y="1011845"/>
                </a:lnTo>
                <a:lnTo>
                  <a:pt x="933837" y="1042277"/>
                </a:lnTo>
                <a:lnTo>
                  <a:pt x="895210" y="1069693"/>
                </a:lnTo>
                <a:lnTo>
                  <a:pt x="890997" y="1072181"/>
                </a:lnTo>
                <a:close/>
              </a:path>
            </a:pathLst>
          </a:custGeom>
          <a:solidFill>
            <a:srgbClr val="1B573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 descr=""/>
          <p:cNvSpPr/>
          <p:nvPr/>
        </p:nvSpPr>
        <p:spPr>
          <a:xfrm>
            <a:off x="17078435" y="4170634"/>
            <a:ext cx="255904" cy="244475"/>
          </a:xfrm>
          <a:custGeom>
            <a:avLst/>
            <a:gdLst/>
            <a:ahLst/>
            <a:cxnLst/>
            <a:rect l="l" t="t" r="r" b="b"/>
            <a:pathLst>
              <a:path w="255905" h="244475">
                <a:moveTo>
                  <a:pt x="127916" y="244071"/>
                </a:moveTo>
                <a:lnTo>
                  <a:pt x="78122" y="234461"/>
                </a:lnTo>
                <a:lnTo>
                  <a:pt x="37463" y="208319"/>
                </a:lnTo>
                <a:lnTo>
                  <a:pt x="10051" y="169542"/>
                </a:lnTo>
                <a:lnTo>
                  <a:pt x="0" y="122051"/>
                </a:lnTo>
                <a:lnTo>
                  <a:pt x="10051" y="74551"/>
                </a:lnTo>
                <a:lnTo>
                  <a:pt x="37463" y="35755"/>
                </a:lnTo>
                <a:lnTo>
                  <a:pt x="78122" y="9594"/>
                </a:lnTo>
                <a:lnTo>
                  <a:pt x="127916" y="0"/>
                </a:lnTo>
                <a:lnTo>
                  <a:pt x="177718" y="9594"/>
                </a:lnTo>
                <a:lnTo>
                  <a:pt x="218396" y="35755"/>
                </a:lnTo>
                <a:lnTo>
                  <a:pt x="245827" y="74551"/>
                </a:lnTo>
                <a:lnTo>
                  <a:pt x="255512" y="120276"/>
                </a:lnTo>
                <a:lnTo>
                  <a:pt x="255512" y="123826"/>
                </a:lnTo>
                <a:lnTo>
                  <a:pt x="245827" y="169542"/>
                </a:lnTo>
                <a:lnTo>
                  <a:pt x="218396" y="208319"/>
                </a:lnTo>
                <a:lnTo>
                  <a:pt x="177718" y="234461"/>
                </a:lnTo>
                <a:lnTo>
                  <a:pt x="127916" y="244071"/>
                </a:lnTo>
                <a:close/>
              </a:path>
            </a:pathLst>
          </a:custGeom>
          <a:solidFill>
            <a:srgbClr val="1B573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 descr=""/>
          <p:cNvSpPr/>
          <p:nvPr/>
        </p:nvSpPr>
        <p:spPr>
          <a:xfrm>
            <a:off x="16627564" y="2720675"/>
            <a:ext cx="1157605" cy="1388110"/>
          </a:xfrm>
          <a:custGeom>
            <a:avLst/>
            <a:gdLst/>
            <a:ahLst/>
            <a:cxnLst/>
            <a:rect l="l" t="t" r="r" b="b"/>
            <a:pathLst>
              <a:path w="1157605" h="1388110">
                <a:moveTo>
                  <a:pt x="585345" y="1387848"/>
                </a:moveTo>
                <a:lnTo>
                  <a:pt x="584104" y="1387848"/>
                </a:lnTo>
                <a:lnTo>
                  <a:pt x="438577" y="1145268"/>
                </a:lnTo>
                <a:lnTo>
                  <a:pt x="391492" y="1131881"/>
                </a:lnTo>
                <a:lnTo>
                  <a:pt x="346280" y="1114691"/>
                </a:lnTo>
                <a:lnTo>
                  <a:pt x="303102" y="1093897"/>
                </a:lnTo>
                <a:lnTo>
                  <a:pt x="262120" y="1069693"/>
                </a:lnTo>
                <a:lnTo>
                  <a:pt x="223493" y="1042277"/>
                </a:lnTo>
                <a:lnTo>
                  <a:pt x="187382" y="1011845"/>
                </a:lnTo>
                <a:lnTo>
                  <a:pt x="153948" y="978592"/>
                </a:lnTo>
                <a:lnTo>
                  <a:pt x="123351" y="942716"/>
                </a:lnTo>
                <a:lnTo>
                  <a:pt x="95753" y="904412"/>
                </a:lnTo>
                <a:lnTo>
                  <a:pt x="71313" y="863878"/>
                </a:lnTo>
                <a:lnTo>
                  <a:pt x="50192" y="821308"/>
                </a:lnTo>
                <a:lnTo>
                  <a:pt x="32551" y="776899"/>
                </a:lnTo>
                <a:lnTo>
                  <a:pt x="18551" y="730849"/>
                </a:lnTo>
                <a:lnTo>
                  <a:pt x="8352" y="683352"/>
                </a:lnTo>
                <a:lnTo>
                  <a:pt x="2115" y="634606"/>
                </a:lnTo>
                <a:lnTo>
                  <a:pt x="0" y="584806"/>
                </a:lnTo>
                <a:lnTo>
                  <a:pt x="1818" y="538042"/>
                </a:lnTo>
                <a:lnTo>
                  <a:pt x="7492" y="488490"/>
                </a:lnTo>
                <a:lnTo>
                  <a:pt x="16652" y="442321"/>
                </a:lnTo>
                <a:lnTo>
                  <a:pt x="29238" y="397660"/>
                </a:lnTo>
                <a:lnTo>
                  <a:pt x="45113" y="354644"/>
                </a:lnTo>
                <a:lnTo>
                  <a:pt x="64141" y="313410"/>
                </a:lnTo>
                <a:lnTo>
                  <a:pt x="86183" y="274095"/>
                </a:lnTo>
                <a:lnTo>
                  <a:pt x="111104" y="236837"/>
                </a:lnTo>
                <a:lnTo>
                  <a:pt x="138765" y="201772"/>
                </a:lnTo>
                <a:lnTo>
                  <a:pt x="169031" y="169037"/>
                </a:lnTo>
                <a:lnTo>
                  <a:pt x="201764" y="138770"/>
                </a:lnTo>
                <a:lnTo>
                  <a:pt x="236826" y="111107"/>
                </a:lnTo>
                <a:lnTo>
                  <a:pt x="274081" y="86185"/>
                </a:lnTo>
                <a:lnTo>
                  <a:pt x="313392" y="64142"/>
                </a:lnTo>
                <a:lnTo>
                  <a:pt x="354621" y="45114"/>
                </a:lnTo>
                <a:lnTo>
                  <a:pt x="397632" y="29238"/>
                </a:lnTo>
                <a:lnTo>
                  <a:pt x="442288" y="16652"/>
                </a:lnTo>
                <a:lnTo>
                  <a:pt x="488451" y="7492"/>
                </a:lnTo>
                <a:lnTo>
                  <a:pt x="535984" y="1895"/>
                </a:lnTo>
                <a:lnTo>
                  <a:pt x="584751" y="0"/>
                </a:lnTo>
                <a:lnTo>
                  <a:pt x="631782" y="1895"/>
                </a:lnTo>
                <a:lnTo>
                  <a:pt x="677751" y="7492"/>
                </a:lnTo>
                <a:lnTo>
                  <a:pt x="722515" y="16652"/>
                </a:lnTo>
                <a:lnTo>
                  <a:pt x="765925" y="29238"/>
                </a:lnTo>
                <a:lnTo>
                  <a:pt x="807836" y="45114"/>
                </a:lnTo>
                <a:lnTo>
                  <a:pt x="848103" y="64142"/>
                </a:lnTo>
                <a:lnTo>
                  <a:pt x="886579" y="86185"/>
                </a:lnTo>
                <a:lnTo>
                  <a:pt x="903066" y="97430"/>
                </a:lnTo>
                <a:lnTo>
                  <a:pt x="584751" y="97430"/>
                </a:lnTo>
                <a:lnTo>
                  <a:pt x="537997" y="99672"/>
                </a:lnTo>
                <a:lnTo>
                  <a:pt x="492463" y="106259"/>
                </a:lnTo>
                <a:lnTo>
                  <a:pt x="448357" y="116983"/>
                </a:lnTo>
                <a:lnTo>
                  <a:pt x="405889" y="131635"/>
                </a:lnTo>
                <a:lnTo>
                  <a:pt x="365265" y="150007"/>
                </a:lnTo>
                <a:lnTo>
                  <a:pt x="326694" y="171890"/>
                </a:lnTo>
                <a:lnTo>
                  <a:pt x="290385" y="197077"/>
                </a:lnTo>
                <a:lnTo>
                  <a:pt x="256546" y="225359"/>
                </a:lnTo>
                <a:lnTo>
                  <a:pt x="225384" y="256528"/>
                </a:lnTo>
                <a:lnTo>
                  <a:pt x="197109" y="290376"/>
                </a:lnTo>
                <a:lnTo>
                  <a:pt x="171928" y="326693"/>
                </a:lnTo>
                <a:lnTo>
                  <a:pt x="150050" y="365272"/>
                </a:lnTo>
                <a:lnTo>
                  <a:pt x="131682" y="405905"/>
                </a:lnTo>
                <a:lnTo>
                  <a:pt x="117034" y="448383"/>
                </a:lnTo>
                <a:lnTo>
                  <a:pt x="106313" y="492498"/>
                </a:lnTo>
                <a:lnTo>
                  <a:pt x="99728" y="538042"/>
                </a:lnTo>
                <a:lnTo>
                  <a:pt x="97487" y="584806"/>
                </a:lnTo>
                <a:lnTo>
                  <a:pt x="99728" y="631570"/>
                </a:lnTo>
                <a:lnTo>
                  <a:pt x="106313" y="677113"/>
                </a:lnTo>
                <a:lnTo>
                  <a:pt x="117034" y="721228"/>
                </a:lnTo>
                <a:lnTo>
                  <a:pt x="131682" y="763706"/>
                </a:lnTo>
                <a:lnTo>
                  <a:pt x="150050" y="804339"/>
                </a:lnTo>
                <a:lnTo>
                  <a:pt x="171928" y="842919"/>
                </a:lnTo>
                <a:lnTo>
                  <a:pt x="197109" y="879236"/>
                </a:lnTo>
                <a:lnTo>
                  <a:pt x="225384" y="913084"/>
                </a:lnTo>
                <a:lnTo>
                  <a:pt x="256546" y="944252"/>
                </a:lnTo>
                <a:lnTo>
                  <a:pt x="290385" y="972535"/>
                </a:lnTo>
                <a:lnTo>
                  <a:pt x="326694" y="997722"/>
                </a:lnTo>
                <a:lnTo>
                  <a:pt x="365265" y="1019605"/>
                </a:lnTo>
                <a:lnTo>
                  <a:pt x="405889" y="1037977"/>
                </a:lnTo>
                <a:lnTo>
                  <a:pt x="448357" y="1052629"/>
                </a:lnTo>
                <a:lnTo>
                  <a:pt x="492463" y="1063353"/>
                </a:lnTo>
                <a:lnTo>
                  <a:pt x="537997" y="1069939"/>
                </a:lnTo>
                <a:lnTo>
                  <a:pt x="584751" y="1072181"/>
                </a:lnTo>
                <a:lnTo>
                  <a:pt x="890997" y="1072181"/>
                </a:lnTo>
                <a:lnTo>
                  <a:pt x="854227" y="1093897"/>
                </a:lnTo>
                <a:lnTo>
                  <a:pt x="811050" y="1114691"/>
                </a:lnTo>
                <a:lnTo>
                  <a:pt x="765838" y="1131881"/>
                </a:lnTo>
                <a:lnTo>
                  <a:pt x="718753" y="1145268"/>
                </a:lnTo>
                <a:lnTo>
                  <a:pt x="585345" y="1387848"/>
                </a:lnTo>
                <a:close/>
              </a:path>
              <a:path w="1157605" h="1388110">
                <a:moveTo>
                  <a:pt x="890997" y="1072181"/>
                </a:moveTo>
                <a:lnTo>
                  <a:pt x="584751" y="1072181"/>
                </a:lnTo>
                <a:lnTo>
                  <a:pt x="633460" y="1069693"/>
                </a:lnTo>
                <a:lnTo>
                  <a:pt x="633992" y="1069693"/>
                </a:lnTo>
                <a:lnTo>
                  <a:pt x="682112" y="1062234"/>
                </a:lnTo>
                <a:lnTo>
                  <a:pt x="728115" y="1050175"/>
                </a:lnTo>
                <a:lnTo>
                  <a:pt x="772049" y="1033725"/>
                </a:lnTo>
                <a:lnTo>
                  <a:pt x="813698" y="1013134"/>
                </a:lnTo>
                <a:lnTo>
                  <a:pt x="852849" y="988652"/>
                </a:lnTo>
                <a:lnTo>
                  <a:pt x="889287" y="960530"/>
                </a:lnTo>
                <a:lnTo>
                  <a:pt x="922799" y="929016"/>
                </a:lnTo>
                <a:lnTo>
                  <a:pt x="953170" y="894361"/>
                </a:lnTo>
                <a:lnTo>
                  <a:pt x="980187" y="856814"/>
                </a:lnTo>
                <a:lnTo>
                  <a:pt x="1003634" y="816626"/>
                </a:lnTo>
                <a:lnTo>
                  <a:pt x="1023299" y="774046"/>
                </a:lnTo>
                <a:lnTo>
                  <a:pt x="1038966" y="729324"/>
                </a:lnTo>
                <a:lnTo>
                  <a:pt x="1050422" y="682710"/>
                </a:lnTo>
                <a:lnTo>
                  <a:pt x="1057430" y="634606"/>
                </a:lnTo>
                <a:lnTo>
                  <a:pt x="1057453" y="634454"/>
                </a:lnTo>
                <a:lnTo>
                  <a:pt x="1059844" y="584806"/>
                </a:lnTo>
                <a:lnTo>
                  <a:pt x="1057591" y="538042"/>
                </a:lnTo>
                <a:lnTo>
                  <a:pt x="1057495" y="536031"/>
                </a:lnTo>
                <a:lnTo>
                  <a:pt x="1050422" y="486901"/>
                </a:lnTo>
                <a:lnTo>
                  <a:pt x="1038966" y="440288"/>
                </a:lnTo>
                <a:lnTo>
                  <a:pt x="1023299" y="395566"/>
                </a:lnTo>
                <a:lnTo>
                  <a:pt x="1003634" y="352986"/>
                </a:lnTo>
                <a:lnTo>
                  <a:pt x="980187" y="312798"/>
                </a:lnTo>
                <a:lnTo>
                  <a:pt x="953170" y="275251"/>
                </a:lnTo>
                <a:lnTo>
                  <a:pt x="922799" y="240596"/>
                </a:lnTo>
                <a:lnTo>
                  <a:pt x="889287" y="209082"/>
                </a:lnTo>
                <a:lnTo>
                  <a:pt x="852849" y="180959"/>
                </a:lnTo>
                <a:lnTo>
                  <a:pt x="813698" y="156478"/>
                </a:lnTo>
                <a:lnTo>
                  <a:pt x="772049" y="135887"/>
                </a:lnTo>
                <a:lnTo>
                  <a:pt x="728115" y="119437"/>
                </a:lnTo>
                <a:lnTo>
                  <a:pt x="682112" y="107378"/>
                </a:lnTo>
                <a:lnTo>
                  <a:pt x="634253" y="99959"/>
                </a:lnTo>
                <a:lnTo>
                  <a:pt x="584751" y="97430"/>
                </a:lnTo>
                <a:lnTo>
                  <a:pt x="903066" y="97430"/>
                </a:lnTo>
                <a:lnTo>
                  <a:pt x="957573" y="138770"/>
                </a:lnTo>
                <a:lnTo>
                  <a:pt x="989800" y="169037"/>
                </a:lnTo>
                <a:lnTo>
                  <a:pt x="1019651" y="201772"/>
                </a:lnTo>
                <a:lnTo>
                  <a:pt x="1046981" y="236837"/>
                </a:lnTo>
                <a:lnTo>
                  <a:pt x="1071644" y="274095"/>
                </a:lnTo>
                <a:lnTo>
                  <a:pt x="1093494" y="313410"/>
                </a:lnTo>
                <a:lnTo>
                  <a:pt x="1112384" y="354644"/>
                </a:lnTo>
                <a:lnTo>
                  <a:pt x="1128168" y="397660"/>
                </a:lnTo>
                <a:lnTo>
                  <a:pt x="1140701" y="442321"/>
                </a:lnTo>
                <a:lnTo>
                  <a:pt x="1149837" y="488490"/>
                </a:lnTo>
                <a:lnTo>
                  <a:pt x="1155326" y="535157"/>
                </a:lnTo>
                <a:lnTo>
                  <a:pt x="1157294" y="584806"/>
                </a:lnTo>
                <a:lnTo>
                  <a:pt x="1155342" y="631570"/>
                </a:lnTo>
                <a:lnTo>
                  <a:pt x="1155216" y="634606"/>
                </a:lnTo>
                <a:lnTo>
                  <a:pt x="1149061" y="682710"/>
                </a:lnTo>
                <a:lnTo>
                  <a:pt x="1148979" y="683352"/>
                </a:lnTo>
                <a:lnTo>
                  <a:pt x="1138779" y="730849"/>
                </a:lnTo>
                <a:lnTo>
                  <a:pt x="1124779" y="776899"/>
                </a:lnTo>
                <a:lnTo>
                  <a:pt x="1107138" y="821308"/>
                </a:lnTo>
                <a:lnTo>
                  <a:pt x="1086017" y="863878"/>
                </a:lnTo>
                <a:lnTo>
                  <a:pt x="1061577" y="904412"/>
                </a:lnTo>
                <a:lnTo>
                  <a:pt x="1033979" y="942716"/>
                </a:lnTo>
                <a:lnTo>
                  <a:pt x="1003382" y="978592"/>
                </a:lnTo>
                <a:lnTo>
                  <a:pt x="969948" y="1011845"/>
                </a:lnTo>
                <a:lnTo>
                  <a:pt x="933837" y="1042277"/>
                </a:lnTo>
                <a:lnTo>
                  <a:pt x="895210" y="1069693"/>
                </a:lnTo>
                <a:lnTo>
                  <a:pt x="890997" y="1072181"/>
                </a:lnTo>
                <a:close/>
              </a:path>
            </a:pathLst>
          </a:custGeom>
          <a:solidFill>
            <a:srgbClr val="1B5738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2" name="object 12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952820" y="2948803"/>
            <a:ext cx="657224" cy="666749"/>
          </a:xfrm>
          <a:prstGeom prst="rect">
            <a:avLst/>
          </a:prstGeom>
        </p:spPr>
      </p:pic>
      <p:pic>
        <p:nvPicPr>
          <p:cNvPr id="13" name="object 13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4456489" y="3010008"/>
            <a:ext cx="609599" cy="600074"/>
          </a:xfrm>
          <a:prstGeom prst="rect">
            <a:avLst/>
          </a:prstGeom>
        </p:spPr>
      </p:pic>
      <p:pic>
        <p:nvPicPr>
          <p:cNvPr id="14" name="object 14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6900977" y="2948803"/>
            <a:ext cx="590549" cy="666749"/>
          </a:xfrm>
          <a:prstGeom prst="rect">
            <a:avLst/>
          </a:prstGeom>
        </p:spPr>
      </p:pic>
      <p:sp>
        <p:nvSpPr>
          <p:cNvPr id="15" name="object 15" descr=""/>
          <p:cNvSpPr/>
          <p:nvPr/>
        </p:nvSpPr>
        <p:spPr>
          <a:xfrm>
            <a:off x="0" y="367"/>
            <a:ext cx="9134475" cy="2231390"/>
          </a:xfrm>
          <a:custGeom>
            <a:avLst/>
            <a:gdLst/>
            <a:ahLst/>
            <a:cxnLst/>
            <a:rect l="l" t="t" r="r" b="b"/>
            <a:pathLst>
              <a:path w="9134475" h="2231390">
                <a:moveTo>
                  <a:pt x="9134361" y="0"/>
                </a:moveTo>
                <a:lnTo>
                  <a:pt x="0" y="0"/>
                </a:lnTo>
                <a:lnTo>
                  <a:pt x="0" y="830580"/>
                </a:lnTo>
                <a:lnTo>
                  <a:pt x="0" y="2231390"/>
                </a:lnTo>
                <a:lnTo>
                  <a:pt x="731139" y="2231390"/>
                </a:lnTo>
                <a:lnTo>
                  <a:pt x="731139" y="830580"/>
                </a:lnTo>
                <a:lnTo>
                  <a:pt x="9134361" y="830580"/>
                </a:lnTo>
                <a:lnTo>
                  <a:pt x="9134361" y="0"/>
                </a:lnTo>
                <a:close/>
              </a:path>
            </a:pathLst>
          </a:custGeom>
          <a:solidFill>
            <a:srgbClr val="1B5738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6" name="object 16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8895370" y="4462330"/>
            <a:ext cx="9392629" cy="5824669"/>
          </a:xfrm>
          <a:prstGeom prst="rect">
            <a:avLst/>
          </a:prstGeom>
        </p:spPr>
      </p:pic>
      <p:sp>
        <p:nvSpPr>
          <p:cNvPr id="17" name="object 17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087498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0" spc="555">
                <a:solidFill>
                  <a:srgbClr val="040405"/>
                </a:solidFill>
              </a:rPr>
              <a:t>Recommendations</a:t>
            </a:r>
            <a:endParaRPr sz="8000"/>
          </a:p>
        </p:txBody>
      </p:sp>
      <p:sp>
        <p:nvSpPr>
          <p:cNvPr id="18" name="object 18" descr=""/>
          <p:cNvSpPr txBox="1"/>
          <p:nvPr/>
        </p:nvSpPr>
        <p:spPr>
          <a:xfrm>
            <a:off x="405357" y="4426675"/>
            <a:ext cx="8252459" cy="313626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400" b="1">
                <a:solidFill>
                  <a:srgbClr val="1B5738"/>
                </a:solidFill>
                <a:latin typeface="Trebuchet MS"/>
                <a:cs typeface="Trebuchet MS"/>
              </a:rPr>
              <a:t>01</a:t>
            </a:r>
            <a:r>
              <a:rPr dirty="0" sz="3400" spc="310" b="1">
                <a:solidFill>
                  <a:srgbClr val="1B5738"/>
                </a:solidFill>
                <a:latin typeface="Trebuchet MS"/>
                <a:cs typeface="Trebuchet MS"/>
              </a:rPr>
              <a:t> </a:t>
            </a:r>
            <a:r>
              <a:rPr dirty="0" sz="3400" spc="565" b="1">
                <a:solidFill>
                  <a:srgbClr val="1B5738"/>
                </a:solidFill>
                <a:latin typeface="Trebuchet MS"/>
                <a:cs typeface="Trebuchet MS"/>
              </a:rPr>
              <a:t>Phased</a:t>
            </a:r>
            <a:r>
              <a:rPr dirty="0" sz="3400" spc="315" b="1">
                <a:solidFill>
                  <a:srgbClr val="1B5738"/>
                </a:solidFill>
                <a:latin typeface="Trebuchet MS"/>
                <a:cs typeface="Trebuchet MS"/>
              </a:rPr>
              <a:t> </a:t>
            </a:r>
            <a:r>
              <a:rPr dirty="0" sz="3400" spc="630" b="1">
                <a:solidFill>
                  <a:srgbClr val="1B5738"/>
                </a:solidFill>
                <a:latin typeface="Trebuchet MS"/>
                <a:cs typeface="Trebuchet MS"/>
              </a:rPr>
              <a:t>Packaging</a:t>
            </a:r>
            <a:r>
              <a:rPr dirty="0" sz="3400" spc="315" b="1">
                <a:solidFill>
                  <a:srgbClr val="1B5738"/>
                </a:solidFill>
                <a:latin typeface="Trebuchet MS"/>
                <a:cs typeface="Trebuchet MS"/>
              </a:rPr>
              <a:t> </a:t>
            </a:r>
            <a:r>
              <a:rPr dirty="0" sz="3400" spc="495" b="1">
                <a:solidFill>
                  <a:srgbClr val="1B5738"/>
                </a:solidFill>
                <a:latin typeface="Trebuchet MS"/>
                <a:cs typeface="Trebuchet MS"/>
              </a:rPr>
              <a:t>Overhaul</a:t>
            </a:r>
            <a:endParaRPr sz="34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2795"/>
              </a:spcBef>
            </a:pPr>
            <a:endParaRPr sz="3400">
              <a:latin typeface="Trebuchet MS"/>
              <a:cs typeface="Trebuchet MS"/>
            </a:endParaRPr>
          </a:p>
          <a:p>
            <a:pPr marL="836930" indent="-623570">
              <a:lnSpc>
                <a:spcPct val="100000"/>
              </a:lnSpc>
              <a:buAutoNum type="arabicPeriod" startAt="2"/>
              <a:tabLst>
                <a:tab pos="836930" algn="l"/>
              </a:tabLst>
            </a:pPr>
            <a:r>
              <a:rPr dirty="0" sz="2850" spc="290" b="1">
                <a:solidFill>
                  <a:srgbClr val="387D59"/>
                </a:solidFill>
                <a:latin typeface="Trebuchet MS"/>
                <a:cs typeface="Trebuchet MS"/>
              </a:rPr>
              <a:t>Tiered</a:t>
            </a:r>
            <a:r>
              <a:rPr dirty="0" sz="2850" spc="320" b="1">
                <a:solidFill>
                  <a:srgbClr val="387D59"/>
                </a:solidFill>
                <a:latin typeface="Trebuchet MS"/>
                <a:cs typeface="Trebuchet MS"/>
              </a:rPr>
              <a:t> </a:t>
            </a:r>
            <a:r>
              <a:rPr dirty="0" sz="2850" spc="450" b="1">
                <a:solidFill>
                  <a:srgbClr val="387D59"/>
                </a:solidFill>
                <a:latin typeface="Trebuchet MS"/>
                <a:cs typeface="Trebuchet MS"/>
              </a:rPr>
              <a:t>Marketing</a:t>
            </a:r>
            <a:r>
              <a:rPr dirty="0" sz="2850" spc="320" b="1">
                <a:solidFill>
                  <a:srgbClr val="387D59"/>
                </a:solidFill>
                <a:latin typeface="Trebuchet MS"/>
                <a:cs typeface="Trebuchet MS"/>
              </a:rPr>
              <a:t> </a:t>
            </a:r>
            <a:r>
              <a:rPr dirty="0" sz="2850" spc="425" b="1">
                <a:solidFill>
                  <a:srgbClr val="387D59"/>
                </a:solidFill>
                <a:latin typeface="Trebuchet MS"/>
                <a:cs typeface="Trebuchet MS"/>
              </a:rPr>
              <a:t>Strategy</a:t>
            </a:r>
            <a:endParaRPr sz="285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buClr>
                <a:srgbClr val="387D59"/>
              </a:buClr>
              <a:buFont typeface="Trebuchet MS"/>
              <a:buAutoNum type="arabicPeriod" startAt="2"/>
            </a:pPr>
            <a:endParaRPr sz="285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215"/>
              </a:spcBef>
              <a:buClr>
                <a:srgbClr val="387D59"/>
              </a:buClr>
              <a:buFont typeface="Trebuchet MS"/>
              <a:buAutoNum type="arabicPeriod" startAt="2"/>
            </a:pPr>
            <a:endParaRPr sz="2850">
              <a:latin typeface="Trebuchet MS"/>
              <a:cs typeface="Trebuchet MS"/>
            </a:endParaRPr>
          </a:p>
          <a:p>
            <a:pPr marL="849630" indent="-636270">
              <a:lnSpc>
                <a:spcPct val="100000"/>
              </a:lnSpc>
              <a:buAutoNum type="arabicPeriod" startAt="2"/>
              <a:tabLst>
                <a:tab pos="849630" algn="l"/>
              </a:tabLst>
            </a:pPr>
            <a:r>
              <a:rPr dirty="0" sz="2850" spc="465" b="1">
                <a:solidFill>
                  <a:srgbClr val="387D59"/>
                </a:solidFill>
                <a:latin typeface="Trebuchet MS"/>
                <a:cs typeface="Trebuchet MS"/>
              </a:rPr>
              <a:t>Smart</a:t>
            </a:r>
            <a:r>
              <a:rPr dirty="0" sz="2850" spc="315" b="1">
                <a:solidFill>
                  <a:srgbClr val="387D59"/>
                </a:solidFill>
                <a:latin typeface="Trebuchet MS"/>
                <a:cs typeface="Trebuchet MS"/>
              </a:rPr>
              <a:t> </a:t>
            </a:r>
            <a:r>
              <a:rPr dirty="0" sz="2850" spc="459" b="1">
                <a:solidFill>
                  <a:srgbClr val="387D59"/>
                </a:solidFill>
                <a:latin typeface="Trebuchet MS"/>
                <a:cs typeface="Trebuchet MS"/>
              </a:rPr>
              <a:t>Disposal</a:t>
            </a:r>
            <a:r>
              <a:rPr dirty="0" sz="2850" spc="315" b="1">
                <a:solidFill>
                  <a:srgbClr val="387D59"/>
                </a:solidFill>
                <a:latin typeface="Trebuchet MS"/>
                <a:cs typeface="Trebuchet MS"/>
              </a:rPr>
              <a:t> </a:t>
            </a:r>
            <a:r>
              <a:rPr dirty="0" sz="2850" spc="380" b="1">
                <a:solidFill>
                  <a:srgbClr val="387D59"/>
                </a:solidFill>
                <a:latin typeface="Trebuchet MS"/>
                <a:cs typeface="Trebuchet MS"/>
              </a:rPr>
              <a:t>Guide</a:t>
            </a:r>
            <a:r>
              <a:rPr dirty="0" sz="2850" spc="315" b="1">
                <a:solidFill>
                  <a:srgbClr val="387D59"/>
                </a:solidFill>
                <a:latin typeface="Trebuchet MS"/>
                <a:cs typeface="Trebuchet MS"/>
              </a:rPr>
              <a:t> </a:t>
            </a:r>
            <a:r>
              <a:rPr dirty="0" sz="2850" spc="400" b="1">
                <a:solidFill>
                  <a:srgbClr val="387D59"/>
                </a:solidFill>
                <a:latin typeface="Trebuchet MS"/>
                <a:cs typeface="Trebuchet MS"/>
              </a:rPr>
              <a:t>via</a:t>
            </a:r>
            <a:r>
              <a:rPr dirty="0" sz="2850" spc="315" b="1">
                <a:solidFill>
                  <a:srgbClr val="387D59"/>
                </a:solidFill>
                <a:latin typeface="Trebuchet MS"/>
                <a:cs typeface="Trebuchet MS"/>
              </a:rPr>
              <a:t> </a:t>
            </a:r>
            <a:r>
              <a:rPr dirty="0" sz="2850" spc="290" b="1">
                <a:solidFill>
                  <a:srgbClr val="387D59"/>
                </a:solidFill>
                <a:latin typeface="Trebuchet MS"/>
                <a:cs typeface="Trebuchet MS"/>
              </a:rPr>
              <a:t>QR</a:t>
            </a:r>
            <a:r>
              <a:rPr dirty="0" sz="2850" spc="315" b="1">
                <a:solidFill>
                  <a:srgbClr val="387D59"/>
                </a:solidFill>
                <a:latin typeface="Trebuchet MS"/>
                <a:cs typeface="Trebuchet MS"/>
              </a:rPr>
              <a:t> </a:t>
            </a:r>
            <a:r>
              <a:rPr dirty="0" sz="2850" spc="425" b="1">
                <a:solidFill>
                  <a:srgbClr val="387D59"/>
                </a:solidFill>
                <a:latin typeface="Trebuchet MS"/>
                <a:cs typeface="Trebuchet MS"/>
              </a:rPr>
              <a:t>Code</a:t>
            </a:r>
            <a:endParaRPr sz="285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633448" y="374452"/>
            <a:ext cx="17021175" cy="3973829"/>
            <a:chOff x="633448" y="374452"/>
            <a:chExt cx="17021175" cy="3973829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33448" y="374452"/>
              <a:ext cx="17021102" cy="3973473"/>
            </a:xfrm>
            <a:prstGeom prst="rect">
              <a:avLst/>
            </a:prstGeom>
          </p:spPr>
        </p:pic>
        <p:pic>
          <p:nvPicPr>
            <p:cNvPr id="4" name="object 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523487" y="670559"/>
              <a:ext cx="11341607" cy="2474975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601924" rIns="0" bIns="0" rtlCol="0" vert="horz">
            <a:spAutoFit/>
          </a:bodyPr>
          <a:lstStyle/>
          <a:p>
            <a:pPr marL="5149215" marR="5080" indent="-2691130">
              <a:lnSpc>
                <a:spcPts val="8700"/>
              </a:lnSpc>
              <a:spcBef>
                <a:spcPts val="660"/>
              </a:spcBef>
            </a:pPr>
            <a:r>
              <a:rPr dirty="0" sz="7600" spc="670"/>
              <a:t>PHASE</a:t>
            </a:r>
            <a:r>
              <a:rPr dirty="0" sz="7600" spc="-75"/>
              <a:t>D</a:t>
            </a:r>
            <a:r>
              <a:rPr dirty="0" sz="7600" spc="1125"/>
              <a:t> </a:t>
            </a:r>
            <a:r>
              <a:rPr dirty="0" sz="7600" spc="790"/>
              <a:t>PACKAGIN</a:t>
            </a:r>
            <a:r>
              <a:rPr dirty="0" sz="7600" spc="45"/>
              <a:t>G</a:t>
            </a:r>
            <a:r>
              <a:rPr dirty="0" sz="7600" spc="705"/>
              <a:t> </a:t>
            </a:r>
            <a:r>
              <a:rPr dirty="0" sz="7600" spc="535"/>
              <a:t>OVERHAU</a:t>
            </a:r>
            <a:r>
              <a:rPr dirty="0" sz="7600" spc="-210"/>
              <a:t>L</a:t>
            </a:r>
            <a:endParaRPr sz="7600"/>
          </a:p>
        </p:txBody>
      </p:sp>
      <p:sp>
        <p:nvSpPr>
          <p:cNvPr id="6" name="object 6" descr=""/>
          <p:cNvSpPr txBox="1"/>
          <p:nvPr/>
        </p:nvSpPr>
        <p:spPr>
          <a:xfrm>
            <a:off x="5255293" y="3184643"/>
            <a:ext cx="7846059" cy="787400"/>
          </a:xfrm>
          <a:prstGeom prst="rect">
            <a:avLst/>
          </a:prstGeom>
        </p:spPr>
        <p:txBody>
          <a:bodyPr wrap="square" lIns="0" tIns="58419" rIns="0" bIns="0" rtlCol="0" vert="horz">
            <a:spAutoFit/>
          </a:bodyPr>
          <a:lstStyle/>
          <a:p>
            <a:pPr marL="591185">
              <a:lnSpc>
                <a:spcPct val="100000"/>
              </a:lnSpc>
              <a:spcBef>
                <a:spcPts val="459"/>
              </a:spcBef>
            </a:pPr>
            <a:r>
              <a:rPr dirty="0" sz="2200" spc="95">
                <a:solidFill>
                  <a:srgbClr val="FFFFFF"/>
                </a:solidFill>
                <a:latin typeface="Lucida Sans Unicode"/>
                <a:cs typeface="Lucida Sans Unicode"/>
              </a:rPr>
              <a:t>Tier</a:t>
            </a:r>
            <a:r>
              <a:rPr dirty="0" sz="2200" spc="33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200" spc="-695">
                <a:solidFill>
                  <a:srgbClr val="FFFFFF"/>
                </a:solidFill>
                <a:latin typeface="Lucida Sans Unicode"/>
                <a:cs typeface="Lucida Sans Unicode"/>
              </a:rPr>
              <a:t>1</a:t>
            </a:r>
            <a:r>
              <a:rPr dirty="0" sz="2200" spc="33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200" spc="270">
                <a:solidFill>
                  <a:srgbClr val="FFFFFF"/>
                </a:solidFill>
                <a:latin typeface="Lucida Sans Unicode"/>
                <a:cs typeface="Lucida Sans Unicode"/>
              </a:rPr>
              <a:t>generates</a:t>
            </a:r>
            <a:r>
              <a:rPr dirty="0" sz="2200" spc="33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200" spc="190">
                <a:solidFill>
                  <a:srgbClr val="FFFFFF"/>
                </a:solidFill>
                <a:latin typeface="Lucida Sans Unicode"/>
                <a:cs typeface="Lucida Sans Unicode"/>
              </a:rPr>
              <a:t>returns</a:t>
            </a:r>
            <a:r>
              <a:rPr dirty="0" sz="2200" spc="33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200" spc="75">
                <a:solidFill>
                  <a:srgbClr val="FFFFFF"/>
                </a:solidFill>
                <a:latin typeface="Lucida Sans Unicode"/>
                <a:cs typeface="Lucida Sans Unicode"/>
              </a:rPr>
              <a:t>in</a:t>
            </a:r>
            <a:r>
              <a:rPr dirty="0" sz="2200" spc="33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200" spc="215">
                <a:solidFill>
                  <a:srgbClr val="FFFFFF"/>
                </a:solidFill>
                <a:latin typeface="Lucida Sans Unicode"/>
                <a:cs typeface="Lucida Sans Unicode"/>
              </a:rPr>
              <a:t>under</a:t>
            </a:r>
            <a:r>
              <a:rPr dirty="0" sz="2200" spc="33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200" spc="265">
                <a:solidFill>
                  <a:srgbClr val="FFFFFF"/>
                </a:solidFill>
                <a:latin typeface="Lucida Sans Unicode"/>
                <a:cs typeface="Lucida Sans Unicode"/>
              </a:rPr>
              <a:t>a</a:t>
            </a:r>
            <a:r>
              <a:rPr dirty="0" sz="2200" spc="33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200" spc="190">
                <a:solidFill>
                  <a:srgbClr val="FFFFFF"/>
                </a:solidFill>
                <a:latin typeface="Lucida Sans Unicode"/>
                <a:cs typeface="Lucida Sans Unicode"/>
              </a:rPr>
              <a:t>year.</a:t>
            </a:r>
            <a:endParaRPr sz="2200">
              <a:latin typeface="Lucida Sans Unicode"/>
              <a:cs typeface="Lucida Sans Unicode"/>
            </a:endParaRPr>
          </a:p>
          <a:p>
            <a:pPr marL="12700">
              <a:lnSpc>
                <a:spcPct val="100000"/>
              </a:lnSpc>
              <a:spcBef>
                <a:spcPts val="360"/>
              </a:spcBef>
            </a:pPr>
            <a:r>
              <a:rPr dirty="0" sz="2200" spc="95">
                <a:solidFill>
                  <a:srgbClr val="FFFFFF"/>
                </a:solidFill>
                <a:latin typeface="Lucida Sans Unicode"/>
                <a:cs typeface="Lucida Sans Unicode"/>
              </a:rPr>
              <a:t>Tier</a:t>
            </a:r>
            <a:r>
              <a:rPr dirty="0" sz="2200" spc="30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200">
                <a:solidFill>
                  <a:srgbClr val="FFFFFF"/>
                </a:solidFill>
                <a:latin typeface="Lucida Sans Unicode"/>
                <a:cs typeface="Lucida Sans Unicode"/>
              </a:rPr>
              <a:t>2</a:t>
            </a:r>
            <a:r>
              <a:rPr dirty="0" sz="2200" spc="31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200" spc="185">
                <a:solidFill>
                  <a:srgbClr val="FFFFFF"/>
                </a:solidFill>
                <a:latin typeface="Lucida Sans Unicode"/>
                <a:cs typeface="Lucida Sans Unicode"/>
              </a:rPr>
              <a:t>builds</a:t>
            </a:r>
            <a:r>
              <a:rPr dirty="0" sz="2200" spc="31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200" spc="175">
                <a:solidFill>
                  <a:srgbClr val="FFFFFF"/>
                </a:solidFill>
                <a:latin typeface="Lucida Sans Unicode"/>
                <a:cs typeface="Lucida Sans Unicode"/>
              </a:rPr>
              <a:t>long-</a:t>
            </a:r>
            <a:r>
              <a:rPr dirty="0" sz="2200" spc="-484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200" spc="215">
                <a:solidFill>
                  <a:srgbClr val="FFFFFF"/>
                </a:solidFill>
                <a:latin typeface="Lucida Sans Unicode"/>
                <a:cs typeface="Lucida Sans Unicode"/>
              </a:rPr>
              <a:t>term</a:t>
            </a:r>
            <a:r>
              <a:rPr dirty="0" sz="2200" spc="31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200" spc="254">
                <a:solidFill>
                  <a:srgbClr val="FFFFFF"/>
                </a:solidFill>
                <a:latin typeface="Lucida Sans Unicode"/>
                <a:cs typeface="Lucida Sans Unicode"/>
              </a:rPr>
              <a:t>competitive</a:t>
            </a:r>
            <a:r>
              <a:rPr dirty="0" sz="2200" spc="31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200" spc="280">
                <a:solidFill>
                  <a:srgbClr val="FFFFFF"/>
                </a:solidFill>
                <a:latin typeface="Lucida Sans Unicode"/>
                <a:cs typeface="Lucida Sans Unicode"/>
              </a:rPr>
              <a:t>advantage.</a:t>
            </a:r>
            <a:endParaRPr sz="2200">
              <a:latin typeface="Lucida Sans Unicode"/>
              <a:cs typeface="Lucida Sans Unicode"/>
            </a:endParaRPr>
          </a:p>
        </p:txBody>
      </p:sp>
      <p:sp>
        <p:nvSpPr>
          <p:cNvPr id="7" name="object 7" descr=""/>
          <p:cNvSpPr/>
          <p:nvPr/>
        </p:nvSpPr>
        <p:spPr>
          <a:xfrm>
            <a:off x="11606813" y="5039654"/>
            <a:ext cx="47625" cy="4637405"/>
          </a:xfrm>
          <a:custGeom>
            <a:avLst/>
            <a:gdLst/>
            <a:ahLst/>
            <a:cxnLst/>
            <a:rect l="l" t="t" r="r" b="b"/>
            <a:pathLst>
              <a:path w="47625" h="4637405">
                <a:moveTo>
                  <a:pt x="47624" y="4637298"/>
                </a:moveTo>
                <a:lnTo>
                  <a:pt x="0" y="4637298"/>
                </a:lnTo>
                <a:lnTo>
                  <a:pt x="0" y="0"/>
                </a:lnTo>
                <a:lnTo>
                  <a:pt x="47624" y="0"/>
                </a:lnTo>
                <a:lnTo>
                  <a:pt x="47624" y="4637298"/>
                </a:lnTo>
                <a:close/>
              </a:path>
            </a:pathLst>
          </a:custGeom>
          <a:solidFill>
            <a:srgbClr val="00914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 descr=""/>
          <p:cNvSpPr txBox="1"/>
          <p:nvPr/>
        </p:nvSpPr>
        <p:spPr>
          <a:xfrm>
            <a:off x="8648193" y="4755498"/>
            <a:ext cx="973455" cy="3651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200" spc="170" b="1">
                <a:solidFill>
                  <a:srgbClr val="231F20"/>
                </a:solidFill>
                <a:latin typeface="Trebuchet MS"/>
                <a:cs typeface="Trebuchet MS"/>
              </a:rPr>
              <a:t>TIER</a:t>
            </a:r>
            <a:r>
              <a:rPr dirty="0" sz="2200" spc="254" b="1">
                <a:solidFill>
                  <a:srgbClr val="231F20"/>
                </a:solidFill>
                <a:latin typeface="Trebuchet MS"/>
                <a:cs typeface="Trebuchet MS"/>
              </a:rPr>
              <a:t> </a:t>
            </a:r>
            <a:r>
              <a:rPr dirty="0" sz="2200" spc="-50" b="1">
                <a:solidFill>
                  <a:srgbClr val="231F20"/>
                </a:solidFill>
                <a:latin typeface="Trebuchet MS"/>
                <a:cs typeface="Trebuchet MS"/>
              </a:rPr>
              <a:t>2</a:t>
            </a:r>
            <a:endParaRPr sz="2200">
              <a:latin typeface="Trebuchet MS"/>
              <a:cs typeface="Trebuchet MS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8150511" y="5475740"/>
            <a:ext cx="1968500" cy="7874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225425" marR="5080" indent="-213360">
              <a:lnSpc>
                <a:spcPct val="113599"/>
              </a:lnSpc>
              <a:spcBef>
                <a:spcPts val="95"/>
              </a:spcBef>
            </a:pPr>
            <a:r>
              <a:rPr dirty="0" sz="2200" spc="265">
                <a:solidFill>
                  <a:srgbClr val="231F20"/>
                </a:solidFill>
                <a:latin typeface="Lucida Sans Unicode"/>
                <a:cs typeface="Lucida Sans Unicode"/>
              </a:rPr>
              <a:t>Sustainable </a:t>
            </a:r>
            <a:r>
              <a:rPr dirty="0" sz="2200" spc="229">
                <a:solidFill>
                  <a:srgbClr val="231F20"/>
                </a:solidFill>
                <a:latin typeface="Lucida Sans Unicode"/>
                <a:cs typeface="Lucida Sans Unicode"/>
              </a:rPr>
              <a:t>Materials</a:t>
            </a:r>
            <a:endParaRPr sz="2200">
              <a:latin typeface="Lucida Sans Unicode"/>
              <a:cs typeface="Lucida Sans Unicode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8036955" y="6618740"/>
            <a:ext cx="2195830" cy="11684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ctr" marL="323215" marR="315595">
              <a:lnSpc>
                <a:spcPct val="113599"/>
              </a:lnSpc>
              <a:spcBef>
                <a:spcPts val="95"/>
              </a:spcBef>
            </a:pPr>
            <a:r>
              <a:rPr dirty="0" sz="2200" spc="240">
                <a:solidFill>
                  <a:srgbClr val="231F20"/>
                </a:solidFill>
                <a:latin typeface="Lucida Sans Unicode"/>
                <a:cs typeface="Lucida Sans Unicode"/>
              </a:rPr>
              <a:t>Plastic</a:t>
            </a:r>
            <a:r>
              <a:rPr dirty="0" sz="2200" spc="355">
                <a:solidFill>
                  <a:srgbClr val="231F20"/>
                </a:solidFill>
                <a:latin typeface="Lucida Sans Unicode"/>
                <a:cs typeface="Lucida Sans Unicode"/>
              </a:rPr>
              <a:t> </a:t>
            </a:r>
            <a:r>
              <a:rPr dirty="0" sz="2200" spc="-60">
                <a:solidFill>
                  <a:srgbClr val="231F20"/>
                </a:solidFill>
                <a:latin typeface="Lucida Sans Unicode"/>
                <a:cs typeface="Lucida Sans Unicode"/>
              </a:rPr>
              <a:t>-</a:t>
            </a:r>
            <a:r>
              <a:rPr dirty="0" sz="2200" spc="-475">
                <a:solidFill>
                  <a:srgbClr val="231F20"/>
                </a:solidFill>
                <a:latin typeface="Lucida Sans Unicode"/>
                <a:cs typeface="Lucida Sans Unicode"/>
              </a:rPr>
              <a:t> </a:t>
            </a:r>
            <a:r>
              <a:rPr dirty="0" sz="2200" spc="-610">
                <a:solidFill>
                  <a:srgbClr val="231F20"/>
                </a:solidFill>
                <a:latin typeface="Lucida Sans Unicode"/>
                <a:cs typeface="Lucida Sans Unicode"/>
              </a:rPr>
              <a:t>&gt;</a:t>
            </a:r>
            <a:r>
              <a:rPr dirty="0" sz="2200" spc="250">
                <a:solidFill>
                  <a:srgbClr val="231F20"/>
                </a:solidFill>
                <a:latin typeface="Lucida Sans Unicode"/>
                <a:cs typeface="Lucida Sans Unicode"/>
              </a:rPr>
              <a:t> paper/</a:t>
            </a:r>
            <a:endParaRPr sz="2200">
              <a:latin typeface="Lucida Sans Unicode"/>
              <a:cs typeface="Lucida Sans Unicode"/>
            </a:endParaRPr>
          </a:p>
          <a:p>
            <a:pPr algn="ctr">
              <a:lnSpc>
                <a:spcPct val="100000"/>
              </a:lnSpc>
              <a:spcBef>
                <a:spcPts val="360"/>
              </a:spcBef>
            </a:pPr>
            <a:r>
              <a:rPr dirty="0" sz="2200" spc="290">
                <a:solidFill>
                  <a:srgbClr val="231F20"/>
                </a:solidFill>
                <a:latin typeface="Lucida Sans Unicode"/>
                <a:cs typeface="Lucida Sans Unicode"/>
              </a:rPr>
              <a:t>compostable</a:t>
            </a:r>
            <a:endParaRPr sz="2200">
              <a:latin typeface="Lucida Sans Unicode"/>
              <a:cs typeface="Lucida Sans Unicode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7827257" y="8142740"/>
            <a:ext cx="2614930" cy="1168400"/>
          </a:xfrm>
          <a:prstGeom prst="rect">
            <a:avLst/>
          </a:prstGeom>
        </p:spPr>
        <p:txBody>
          <a:bodyPr wrap="square" lIns="0" tIns="57785" rIns="0" bIns="0" rtlCol="0" vert="horz">
            <a:spAutoFit/>
          </a:bodyPr>
          <a:lstStyle/>
          <a:p>
            <a:pPr marL="530225">
              <a:lnSpc>
                <a:spcPct val="100000"/>
              </a:lnSpc>
              <a:spcBef>
                <a:spcPts val="455"/>
              </a:spcBef>
            </a:pPr>
            <a:r>
              <a:rPr dirty="0" sz="2200" spc="55">
                <a:solidFill>
                  <a:srgbClr val="231F20"/>
                </a:solidFill>
                <a:latin typeface="Lucida Sans Unicode"/>
                <a:cs typeface="Lucida Sans Unicode"/>
              </a:rPr>
              <a:t>28</a:t>
            </a:r>
            <a:r>
              <a:rPr dirty="0" sz="2200" spc="-480">
                <a:solidFill>
                  <a:srgbClr val="231F20"/>
                </a:solidFill>
                <a:latin typeface="Lucida Sans Unicode"/>
                <a:cs typeface="Lucida Sans Unicode"/>
              </a:rPr>
              <a:t> </a:t>
            </a:r>
            <a:r>
              <a:rPr dirty="0" sz="2200" spc="-245">
                <a:solidFill>
                  <a:srgbClr val="231F20"/>
                </a:solidFill>
                <a:latin typeface="Lucida Sans Unicode"/>
                <a:cs typeface="Lucida Sans Unicode"/>
              </a:rPr>
              <a:t>.</a:t>
            </a:r>
            <a:r>
              <a:rPr dirty="0" sz="2200" spc="-480">
                <a:solidFill>
                  <a:srgbClr val="231F20"/>
                </a:solidFill>
                <a:latin typeface="Lucida Sans Unicode"/>
                <a:cs typeface="Lucida Sans Unicode"/>
              </a:rPr>
              <a:t> </a:t>
            </a:r>
            <a:r>
              <a:rPr dirty="0" sz="2200">
                <a:solidFill>
                  <a:srgbClr val="231F20"/>
                </a:solidFill>
                <a:latin typeface="Lucida Sans Unicode"/>
                <a:cs typeface="Lucida Sans Unicode"/>
              </a:rPr>
              <a:t>4</a:t>
            </a:r>
            <a:r>
              <a:rPr dirty="0" sz="2200" spc="-475">
                <a:solidFill>
                  <a:srgbClr val="231F20"/>
                </a:solidFill>
                <a:latin typeface="Lucida Sans Unicode"/>
                <a:cs typeface="Lucida Sans Unicode"/>
              </a:rPr>
              <a:t> </a:t>
            </a:r>
            <a:r>
              <a:rPr dirty="0" sz="2200" spc="204">
                <a:solidFill>
                  <a:srgbClr val="231F20"/>
                </a:solidFill>
                <a:latin typeface="Lucida Sans Unicode"/>
                <a:cs typeface="Lucida Sans Unicode"/>
              </a:rPr>
              <a:t>%</a:t>
            </a:r>
            <a:r>
              <a:rPr dirty="0" sz="2200" spc="340">
                <a:solidFill>
                  <a:srgbClr val="231F20"/>
                </a:solidFill>
                <a:latin typeface="Lucida Sans Unicode"/>
                <a:cs typeface="Lucida Sans Unicode"/>
              </a:rPr>
              <a:t> </a:t>
            </a:r>
            <a:r>
              <a:rPr dirty="0" sz="2200" spc="80">
                <a:solidFill>
                  <a:srgbClr val="231F20"/>
                </a:solidFill>
                <a:latin typeface="Lucida Sans Unicode"/>
                <a:cs typeface="Lucida Sans Unicode"/>
              </a:rPr>
              <a:t>ROI</a:t>
            </a:r>
            <a:endParaRPr sz="2200">
              <a:latin typeface="Lucida Sans Unicode"/>
              <a:cs typeface="Lucida Sans Unicode"/>
            </a:endParaRPr>
          </a:p>
          <a:p>
            <a:pPr marL="299085">
              <a:lnSpc>
                <a:spcPct val="100000"/>
              </a:lnSpc>
              <a:spcBef>
                <a:spcPts val="359"/>
              </a:spcBef>
            </a:pPr>
            <a:r>
              <a:rPr dirty="0" sz="2200" spc="50">
                <a:solidFill>
                  <a:srgbClr val="231F20"/>
                </a:solidFill>
                <a:latin typeface="Lucida Sans Unicode"/>
                <a:cs typeface="Lucida Sans Unicode"/>
              </a:rPr>
              <a:t>25</a:t>
            </a:r>
            <a:r>
              <a:rPr dirty="0" sz="2200" spc="-480">
                <a:solidFill>
                  <a:srgbClr val="231F20"/>
                </a:solidFill>
                <a:latin typeface="Lucida Sans Unicode"/>
                <a:cs typeface="Lucida Sans Unicode"/>
              </a:rPr>
              <a:t> </a:t>
            </a:r>
            <a:r>
              <a:rPr dirty="0" sz="2200" spc="-245">
                <a:solidFill>
                  <a:srgbClr val="231F20"/>
                </a:solidFill>
                <a:latin typeface="Lucida Sans Unicode"/>
                <a:cs typeface="Lucida Sans Unicode"/>
              </a:rPr>
              <a:t>.</a:t>
            </a:r>
            <a:r>
              <a:rPr dirty="0" sz="2200" spc="-475">
                <a:solidFill>
                  <a:srgbClr val="231F20"/>
                </a:solidFill>
                <a:latin typeface="Lucida Sans Unicode"/>
                <a:cs typeface="Lucida Sans Unicode"/>
              </a:rPr>
              <a:t> </a:t>
            </a:r>
            <a:r>
              <a:rPr dirty="0" sz="2200">
                <a:solidFill>
                  <a:srgbClr val="231F20"/>
                </a:solidFill>
                <a:latin typeface="Lucida Sans Unicode"/>
                <a:cs typeface="Lucida Sans Unicode"/>
              </a:rPr>
              <a:t>6</a:t>
            </a:r>
            <a:r>
              <a:rPr dirty="0" sz="2200" spc="345">
                <a:solidFill>
                  <a:srgbClr val="231F20"/>
                </a:solidFill>
                <a:latin typeface="Lucida Sans Unicode"/>
                <a:cs typeface="Lucida Sans Unicode"/>
              </a:rPr>
              <a:t> </a:t>
            </a:r>
            <a:r>
              <a:rPr dirty="0" sz="2200" spc="235">
                <a:solidFill>
                  <a:srgbClr val="231F20"/>
                </a:solidFill>
                <a:latin typeface="Lucida Sans Unicode"/>
                <a:cs typeface="Lucida Sans Unicode"/>
              </a:rPr>
              <a:t>months</a:t>
            </a:r>
            <a:endParaRPr sz="2200">
              <a:latin typeface="Lucida Sans Unicode"/>
              <a:cs typeface="Lucida Sans Unicode"/>
            </a:endParaRPr>
          </a:p>
          <a:p>
            <a:pPr marL="12700">
              <a:lnSpc>
                <a:spcPct val="100000"/>
              </a:lnSpc>
              <a:spcBef>
                <a:spcPts val="359"/>
              </a:spcBef>
            </a:pPr>
            <a:r>
              <a:rPr dirty="0" sz="2200" spc="320">
                <a:solidFill>
                  <a:srgbClr val="231F20"/>
                </a:solidFill>
                <a:latin typeface="Lucida Sans Unicode"/>
                <a:cs typeface="Lucida Sans Unicode"/>
              </a:rPr>
              <a:t>payback</a:t>
            </a:r>
            <a:r>
              <a:rPr dirty="0" sz="2200" spc="355">
                <a:solidFill>
                  <a:srgbClr val="231F20"/>
                </a:solidFill>
                <a:latin typeface="Lucida Sans Unicode"/>
                <a:cs typeface="Lucida Sans Unicode"/>
              </a:rPr>
              <a:t> </a:t>
            </a:r>
            <a:r>
              <a:rPr dirty="0" sz="2200" spc="210">
                <a:solidFill>
                  <a:srgbClr val="231F20"/>
                </a:solidFill>
                <a:latin typeface="Lucida Sans Unicode"/>
                <a:cs typeface="Lucida Sans Unicode"/>
              </a:rPr>
              <a:t>period</a:t>
            </a:r>
            <a:endParaRPr sz="2200">
              <a:latin typeface="Lucida Sans Unicode"/>
              <a:cs typeface="Lucida Sans Unicode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12767042" y="4713741"/>
            <a:ext cx="2719070" cy="7874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464184" marR="5080" indent="-452120">
              <a:lnSpc>
                <a:spcPct val="113599"/>
              </a:lnSpc>
              <a:spcBef>
                <a:spcPts val="95"/>
              </a:spcBef>
            </a:pPr>
            <a:r>
              <a:rPr dirty="0" sz="2200" spc="355" b="1">
                <a:solidFill>
                  <a:srgbClr val="231F20"/>
                </a:solidFill>
                <a:latin typeface="Trebuchet MS"/>
                <a:cs typeface="Trebuchet MS"/>
              </a:rPr>
              <a:t>SMART</a:t>
            </a:r>
            <a:r>
              <a:rPr dirty="0" sz="2200" spc="260" b="1">
                <a:solidFill>
                  <a:srgbClr val="231F20"/>
                </a:solidFill>
                <a:latin typeface="Trebuchet MS"/>
                <a:cs typeface="Trebuchet MS"/>
              </a:rPr>
              <a:t> </a:t>
            </a:r>
            <a:r>
              <a:rPr dirty="0" sz="2200" spc="360" b="1">
                <a:solidFill>
                  <a:srgbClr val="231F20"/>
                </a:solidFill>
                <a:latin typeface="Trebuchet MS"/>
                <a:cs typeface="Trebuchet MS"/>
              </a:rPr>
              <a:t>PACKING </a:t>
            </a:r>
            <a:r>
              <a:rPr dirty="0" sz="2200" spc="330" b="1">
                <a:solidFill>
                  <a:srgbClr val="231F20"/>
                </a:solidFill>
                <a:latin typeface="Trebuchet MS"/>
                <a:cs typeface="Trebuchet MS"/>
              </a:rPr>
              <a:t>ASSISTANT</a:t>
            </a:r>
            <a:endParaRPr sz="2200">
              <a:latin typeface="Trebuchet MS"/>
              <a:cs typeface="Trebuchet MS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13041481" y="5856740"/>
            <a:ext cx="2170430" cy="15494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ctr" marL="227965" marR="219710">
              <a:lnSpc>
                <a:spcPct val="113599"/>
              </a:lnSpc>
              <a:spcBef>
                <a:spcPts val="95"/>
              </a:spcBef>
            </a:pPr>
            <a:r>
              <a:rPr dirty="0" sz="2200" spc="275">
                <a:solidFill>
                  <a:srgbClr val="231F20"/>
                </a:solidFill>
                <a:latin typeface="Lucida Sans Unicode"/>
                <a:cs typeface="Lucida Sans Unicode"/>
              </a:rPr>
              <a:t>Weather- </a:t>
            </a:r>
            <a:r>
              <a:rPr dirty="0" sz="2200" spc="210">
                <a:solidFill>
                  <a:srgbClr val="231F20"/>
                </a:solidFill>
                <a:latin typeface="Lucida Sans Unicode"/>
                <a:cs typeface="Lucida Sans Unicode"/>
              </a:rPr>
              <a:t>smart,</a:t>
            </a:r>
            <a:r>
              <a:rPr dirty="0" sz="2200" spc="340">
                <a:solidFill>
                  <a:srgbClr val="231F20"/>
                </a:solidFill>
                <a:latin typeface="Lucida Sans Unicode"/>
                <a:cs typeface="Lucida Sans Unicode"/>
              </a:rPr>
              <a:t> </a:t>
            </a:r>
            <a:r>
              <a:rPr dirty="0" sz="2200" spc="130">
                <a:solidFill>
                  <a:srgbClr val="231F20"/>
                </a:solidFill>
                <a:latin typeface="Lucida Sans Unicode"/>
                <a:cs typeface="Lucida Sans Unicode"/>
              </a:rPr>
              <a:t>sits</a:t>
            </a:r>
            <a:endParaRPr sz="2200">
              <a:latin typeface="Lucida Sans Unicode"/>
              <a:cs typeface="Lucida Sans Unicode"/>
            </a:endParaRPr>
          </a:p>
          <a:p>
            <a:pPr algn="ctr" marL="12700" marR="5080">
              <a:lnSpc>
                <a:spcPct val="113599"/>
              </a:lnSpc>
            </a:pPr>
            <a:r>
              <a:rPr dirty="0" sz="2200" spc="165">
                <a:solidFill>
                  <a:srgbClr val="231F20"/>
                </a:solidFill>
                <a:latin typeface="Lucida Sans Unicode"/>
                <a:cs typeface="Lucida Sans Unicode"/>
              </a:rPr>
              <a:t>on</a:t>
            </a:r>
            <a:r>
              <a:rPr dirty="0" sz="2200" spc="335">
                <a:solidFill>
                  <a:srgbClr val="231F20"/>
                </a:solidFill>
                <a:latin typeface="Lucida Sans Unicode"/>
                <a:cs typeface="Lucida Sans Unicode"/>
              </a:rPr>
              <a:t> </a:t>
            </a:r>
            <a:r>
              <a:rPr dirty="0" sz="2200" spc="310">
                <a:solidFill>
                  <a:srgbClr val="231F20"/>
                </a:solidFill>
                <a:latin typeface="Lucida Sans Unicode"/>
                <a:cs typeface="Lucida Sans Unicode"/>
              </a:rPr>
              <a:t>Katana</a:t>
            </a:r>
            <a:r>
              <a:rPr dirty="0" sz="2200" spc="340">
                <a:solidFill>
                  <a:srgbClr val="231F20"/>
                </a:solidFill>
                <a:latin typeface="Lucida Sans Unicode"/>
                <a:cs typeface="Lucida Sans Unicode"/>
              </a:rPr>
              <a:t> </a:t>
            </a:r>
            <a:r>
              <a:rPr dirty="0" sz="2200" spc="-50">
                <a:solidFill>
                  <a:srgbClr val="231F20"/>
                </a:solidFill>
                <a:latin typeface="Lucida Sans Unicode"/>
                <a:cs typeface="Lucida Sans Unicode"/>
              </a:rPr>
              <a:t>+ </a:t>
            </a:r>
            <a:r>
              <a:rPr dirty="0" sz="2200" spc="170">
                <a:solidFill>
                  <a:srgbClr val="231F20"/>
                </a:solidFill>
                <a:latin typeface="Lucida Sans Unicode"/>
                <a:cs typeface="Lucida Sans Unicode"/>
              </a:rPr>
              <a:t>Pick-</a:t>
            </a:r>
            <a:r>
              <a:rPr dirty="0" sz="2200" spc="-470">
                <a:solidFill>
                  <a:srgbClr val="231F20"/>
                </a:solidFill>
                <a:latin typeface="Lucida Sans Unicode"/>
                <a:cs typeface="Lucida Sans Unicode"/>
              </a:rPr>
              <a:t> </a:t>
            </a:r>
            <a:r>
              <a:rPr dirty="0" sz="2200" spc="140">
                <a:solidFill>
                  <a:srgbClr val="231F20"/>
                </a:solidFill>
                <a:latin typeface="Lucida Sans Unicode"/>
                <a:cs typeface="Lucida Sans Unicode"/>
              </a:rPr>
              <a:t>to-</a:t>
            </a:r>
            <a:r>
              <a:rPr dirty="0" sz="2200" spc="-465">
                <a:solidFill>
                  <a:srgbClr val="231F20"/>
                </a:solidFill>
                <a:latin typeface="Lucida Sans Unicode"/>
                <a:cs typeface="Lucida Sans Unicode"/>
              </a:rPr>
              <a:t> </a:t>
            </a:r>
            <a:r>
              <a:rPr dirty="0" sz="2200" spc="120">
                <a:solidFill>
                  <a:srgbClr val="231F20"/>
                </a:solidFill>
                <a:latin typeface="Lucida Sans Unicode"/>
                <a:cs typeface="Lucida Sans Unicode"/>
              </a:rPr>
              <a:t>Light</a:t>
            </a:r>
            <a:endParaRPr sz="2200">
              <a:latin typeface="Lucida Sans Unicode"/>
              <a:cs typeface="Lucida Sans Unicode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12350026" y="7761740"/>
            <a:ext cx="3553460" cy="15494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ctr" marL="711200" marR="703580">
              <a:lnSpc>
                <a:spcPct val="113599"/>
              </a:lnSpc>
              <a:spcBef>
                <a:spcPts val="95"/>
              </a:spcBef>
            </a:pPr>
            <a:r>
              <a:rPr dirty="0" sz="2200" spc="190">
                <a:solidFill>
                  <a:srgbClr val="231F20"/>
                </a:solidFill>
                <a:latin typeface="Lucida Sans Unicode"/>
                <a:cs typeface="Lucida Sans Unicode"/>
              </a:rPr>
              <a:t>Adjusts</a:t>
            </a:r>
            <a:r>
              <a:rPr dirty="0" sz="2200" spc="360">
                <a:solidFill>
                  <a:srgbClr val="231F20"/>
                </a:solidFill>
                <a:latin typeface="Lucida Sans Unicode"/>
                <a:cs typeface="Lucida Sans Unicode"/>
              </a:rPr>
              <a:t> </a:t>
            </a:r>
            <a:r>
              <a:rPr dirty="0" sz="2200" spc="320">
                <a:solidFill>
                  <a:srgbClr val="231F20"/>
                </a:solidFill>
                <a:latin typeface="Lucida Sans Unicode"/>
                <a:cs typeface="Lucida Sans Unicode"/>
              </a:rPr>
              <a:t>each </a:t>
            </a:r>
            <a:r>
              <a:rPr dirty="0" sz="2200" spc="100">
                <a:solidFill>
                  <a:srgbClr val="231F20"/>
                </a:solidFill>
                <a:latin typeface="Lucida Sans Unicode"/>
                <a:cs typeface="Lucida Sans Unicode"/>
              </a:rPr>
              <a:t>box</a:t>
            </a:r>
            <a:r>
              <a:rPr dirty="0" sz="2200" spc="345">
                <a:solidFill>
                  <a:srgbClr val="231F20"/>
                </a:solidFill>
                <a:latin typeface="Lucida Sans Unicode"/>
                <a:cs typeface="Lucida Sans Unicode"/>
              </a:rPr>
              <a:t> </a:t>
            </a:r>
            <a:r>
              <a:rPr dirty="0" sz="2200" spc="110">
                <a:solidFill>
                  <a:srgbClr val="231F20"/>
                </a:solidFill>
                <a:latin typeface="Lucida Sans Unicode"/>
                <a:cs typeface="Lucida Sans Unicode"/>
              </a:rPr>
              <a:t>for</a:t>
            </a:r>
            <a:r>
              <a:rPr dirty="0" sz="2200" spc="345">
                <a:solidFill>
                  <a:srgbClr val="231F20"/>
                </a:solidFill>
                <a:latin typeface="Lucida Sans Unicode"/>
                <a:cs typeface="Lucida Sans Unicode"/>
              </a:rPr>
              <a:t> </a:t>
            </a:r>
            <a:r>
              <a:rPr dirty="0" sz="2200" spc="-105">
                <a:solidFill>
                  <a:srgbClr val="231F20"/>
                </a:solidFill>
                <a:latin typeface="Lucida Sans Unicode"/>
                <a:cs typeface="Lucida Sans Unicode"/>
              </a:rPr>
              <a:t>i</a:t>
            </a:r>
            <a:r>
              <a:rPr dirty="0" sz="2200" spc="-475">
                <a:solidFill>
                  <a:srgbClr val="231F20"/>
                </a:solidFill>
                <a:latin typeface="Lucida Sans Unicode"/>
                <a:cs typeface="Lucida Sans Unicode"/>
              </a:rPr>
              <a:t> </a:t>
            </a:r>
            <a:r>
              <a:rPr dirty="0" sz="2200" spc="80">
                <a:solidFill>
                  <a:srgbClr val="231F20"/>
                </a:solidFill>
                <a:latin typeface="Lucida Sans Unicode"/>
                <a:cs typeface="Lucida Sans Unicode"/>
              </a:rPr>
              <a:t>ts</a:t>
            </a:r>
            <a:endParaRPr sz="2200">
              <a:latin typeface="Lucida Sans Unicode"/>
              <a:cs typeface="Lucida Sans Unicode"/>
            </a:endParaRPr>
          </a:p>
          <a:p>
            <a:pPr algn="ctr" marL="12700" marR="5080">
              <a:lnSpc>
                <a:spcPct val="113599"/>
              </a:lnSpc>
            </a:pPr>
            <a:r>
              <a:rPr dirty="0" sz="2200" spc="240">
                <a:solidFill>
                  <a:srgbClr val="231F20"/>
                </a:solidFill>
                <a:latin typeface="Lucida Sans Unicode"/>
                <a:cs typeface="Lucida Sans Unicode"/>
              </a:rPr>
              <a:t>destination</a:t>
            </a:r>
            <a:r>
              <a:rPr dirty="0" sz="2200" spc="350">
                <a:solidFill>
                  <a:srgbClr val="231F20"/>
                </a:solidFill>
                <a:latin typeface="Lucida Sans Unicode"/>
                <a:cs typeface="Lucida Sans Unicode"/>
              </a:rPr>
              <a:t> </a:t>
            </a:r>
            <a:r>
              <a:rPr dirty="0" sz="2200" spc="310">
                <a:solidFill>
                  <a:srgbClr val="231F20"/>
                </a:solidFill>
                <a:latin typeface="Lucida Sans Unicode"/>
                <a:cs typeface="Lucida Sans Unicode"/>
              </a:rPr>
              <a:t>based</a:t>
            </a:r>
            <a:r>
              <a:rPr dirty="0" sz="2200" spc="355">
                <a:solidFill>
                  <a:srgbClr val="231F20"/>
                </a:solidFill>
                <a:latin typeface="Lucida Sans Unicode"/>
                <a:cs typeface="Lucida Sans Unicode"/>
              </a:rPr>
              <a:t> </a:t>
            </a:r>
            <a:r>
              <a:rPr dirty="0" sz="2200" spc="130">
                <a:solidFill>
                  <a:srgbClr val="231F20"/>
                </a:solidFill>
                <a:latin typeface="Lucida Sans Unicode"/>
                <a:cs typeface="Lucida Sans Unicode"/>
              </a:rPr>
              <a:t>on </a:t>
            </a:r>
            <a:r>
              <a:rPr dirty="0" sz="2200" spc="204">
                <a:solidFill>
                  <a:srgbClr val="231F20"/>
                </a:solidFill>
                <a:latin typeface="Lucida Sans Unicode"/>
                <a:cs typeface="Lucida Sans Unicode"/>
              </a:rPr>
              <a:t>the</a:t>
            </a:r>
            <a:r>
              <a:rPr dirty="0" sz="2200" spc="320">
                <a:solidFill>
                  <a:srgbClr val="231F20"/>
                </a:solidFill>
                <a:latin typeface="Lucida Sans Unicode"/>
                <a:cs typeface="Lucida Sans Unicode"/>
              </a:rPr>
              <a:t> </a:t>
            </a:r>
            <a:r>
              <a:rPr dirty="0" sz="2200" spc="270">
                <a:solidFill>
                  <a:srgbClr val="231F20"/>
                </a:solidFill>
                <a:latin typeface="Lucida Sans Unicode"/>
                <a:cs typeface="Lucida Sans Unicode"/>
              </a:rPr>
              <a:t>weather</a:t>
            </a:r>
            <a:endParaRPr sz="2200">
              <a:latin typeface="Lucida Sans Unicode"/>
              <a:cs typeface="Lucida Sans Unicode"/>
            </a:endParaRPr>
          </a:p>
        </p:txBody>
      </p:sp>
      <p:sp>
        <p:nvSpPr>
          <p:cNvPr id="15" name="object 15" descr=""/>
          <p:cNvSpPr/>
          <p:nvPr/>
        </p:nvSpPr>
        <p:spPr>
          <a:xfrm>
            <a:off x="6557788" y="5039654"/>
            <a:ext cx="47625" cy="4637405"/>
          </a:xfrm>
          <a:custGeom>
            <a:avLst/>
            <a:gdLst/>
            <a:ahLst/>
            <a:cxnLst/>
            <a:rect l="l" t="t" r="r" b="b"/>
            <a:pathLst>
              <a:path w="47625" h="4637405">
                <a:moveTo>
                  <a:pt x="47624" y="4637298"/>
                </a:moveTo>
                <a:lnTo>
                  <a:pt x="0" y="4637298"/>
                </a:lnTo>
                <a:lnTo>
                  <a:pt x="0" y="0"/>
                </a:lnTo>
                <a:lnTo>
                  <a:pt x="47624" y="0"/>
                </a:lnTo>
                <a:lnTo>
                  <a:pt x="47624" y="4637298"/>
                </a:lnTo>
                <a:close/>
              </a:path>
            </a:pathLst>
          </a:custGeom>
          <a:solidFill>
            <a:srgbClr val="00914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 descr=""/>
          <p:cNvSpPr txBox="1"/>
          <p:nvPr/>
        </p:nvSpPr>
        <p:spPr>
          <a:xfrm>
            <a:off x="3702475" y="4755498"/>
            <a:ext cx="918210" cy="3651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200" spc="170" b="1">
                <a:solidFill>
                  <a:srgbClr val="231F20"/>
                </a:solidFill>
                <a:latin typeface="Trebuchet MS"/>
                <a:cs typeface="Trebuchet MS"/>
              </a:rPr>
              <a:t>TIER</a:t>
            </a:r>
            <a:r>
              <a:rPr dirty="0" sz="2200" spc="254" b="1">
                <a:solidFill>
                  <a:srgbClr val="231F20"/>
                </a:solidFill>
                <a:latin typeface="Trebuchet MS"/>
                <a:cs typeface="Trebuchet MS"/>
              </a:rPr>
              <a:t> </a:t>
            </a:r>
            <a:r>
              <a:rPr dirty="0" sz="2200" spc="-505" b="1">
                <a:solidFill>
                  <a:srgbClr val="231F20"/>
                </a:solidFill>
                <a:latin typeface="Trebuchet MS"/>
                <a:cs typeface="Trebuchet MS"/>
              </a:rPr>
              <a:t>1</a:t>
            </a:r>
            <a:endParaRPr sz="2200">
              <a:latin typeface="Trebuchet MS"/>
              <a:cs typeface="Trebuchet MS"/>
            </a:endParaRPr>
          </a:p>
        </p:txBody>
      </p:sp>
      <p:sp>
        <p:nvSpPr>
          <p:cNvPr id="17" name="object 17" descr=""/>
          <p:cNvSpPr txBox="1"/>
          <p:nvPr/>
        </p:nvSpPr>
        <p:spPr>
          <a:xfrm>
            <a:off x="3423124" y="5517498"/>
            <a:ext cx="1477010" cy="3651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200" spc="135">
                <a:solidFill>
                  <a:srgbClr val="231F20"/>
                </a:solidFill>
                <a:latin typeface="Lucida Sans Unicode"/>
                <a:cs typeface="Lucida Sans Unicode"/>
              </a:rPr>
              <a:t>Nutri-</a:t>
            </a:r>
            <a:r>
              <a:rPr dirty="0" sz="2200" spc="-465">
                <a:solidFill>
                  <a:srgbClr val="231F20"/>
                </a:solidFill>
                <a:latin typeface="Lucida Sans Unicode"/>
                <a:cs typeface="Lucida Sans Unicode"/>
              </a:rPr>
              <a:t> </a:t>
            </a:r>
            <a:r>
              <a:rPr dirty="0" sz="2200" spc="210">
                <a:solidFill>
                  <a:srgbClr val="231F20"/>
                </a:solidFill>
                <a:latin typeface="Lucida Sans Unicode"/>
                <a:cs typeface="Lucida Sans Unicode"/>
              </a:rPr>
              <a:t>Ice</a:t>
            </a:r>
            <a:endParaRPr sz="2200">
              <a:latin typeface="Lucida Sans Unicode"/>
              <a:cs typeface="Lucida Sans Unicode"/>
            </a:endParaRPr>
          </a:p>
        </p:txBody>
      </p:sp>
      <p:sp>
        <p:nvSpPr>
          <p:cNvPr id="18" name="object 18" descr=""/>
          <p:cNvSpPr txBox="1"/>
          <p:nvPr/>
        </p:nvSpPr>
        <p:spPr>
          <a:xfrm>
            <a:off x="2666929" y="6279498"/>
            <a:ext cx="2989580" cy="3651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200" spc="190">
                <a:solidFill>
                  <a:srgbClr val="231F20"/>
                </a:solidFill>
                <a:latin typeface="Lucida Sans Unicode"/>
                <a:cs typeface="Lucida Sans Unicode"/>
              </a:rPr>
              <a:t>Costs:</a:t>
            </a:r>
            <a:r>
              <a:rPr dirty="0" sz="2200" spc="345">
                <a:solidFill>
                  <a:srgbClr val="231F20"/>
                </a:solidFill>
                <a:latin typeface="Lucida Sans Unicode"/>
                <a:cs typeface="Lucida Sans Unicode"/>
              </a:rPr>
              <a:t> </a:t>
            </a:r>
            <a:r>
              <a:rPr dirty="0" sz="2200" spc="-30">
                <a:solidFill>
                  <a:srgbClr val="231F20"/>
                </a:solidFill>
                <a:latin typeface="Lucida Sans Unicode"/>
                <a:cs typeface="Lucida Sans Unicode"/>
              </a:rPr>
              <a:t>+$</a:t>
            </a:r>
            <a:r>
              <a:rPr dirty="0" sz="2200" spc="-475">
                <a:solidFill>
                  <a:srgbClr val="231F20"/>
                </a:solidFill>
                <a:latin typeface="Lucida Sans Unicode"/>
                <a:cs typeface="Lucida Sans Unicode"/>
              </a:rPr>
              <a:t> </a:t>
            </a:r>
            <a:r>
              <a:rPr dirty="0" sz="2200">
                <a:solidFill>
                  <a:srgbClr val="231F20"/>
                </a:solidFill>
                <a:latin typeface="Lucida Sans Unicode"/>
                <a:cs typeface="Lucida Sans Unicode"/>
              </a:rPr>
              <a:t>0</a:t>
            </a:r>
            <a:r>
              <a:rPr dirty="0" sz="2200" spc="-475">
                <a:solidFill>
                  <a:srgbClr val="231F20"/>
                </a:solidFill>
                <a:latin typeface="Lucida Sans Unicode"/>
                <a:cs typeface="Lucida Sans Unicode"/>
              </a:rPr>
              <a:t> </a:t>
            </a:r>
            <a:r>
              <a:rPr dirty="0" sz="2200" spc="-245">
                <a:solidFill>
                  <a:srgbClr val="231F20"/>
                </a:solidFill>
                <a:latin typeface="Lucida Sans Unicode"/>
                <a:cs typeface="Lucida Sans Unicode"/>
              </a:rPr>
              <a:t>.</a:t>
            </a:r>
            <a:r>
              <a:rPr dirty="0" sz="2200" spc="-475">
                <a:solidFill>
                  <a:srgbClr val="231F20"/>
                </a:solidFill>
                <a:latin typeface="Lucida Sans Unicode"/>
                <a:cs typeface="Lucida Sans Unicode"/>
              </a:rPr>
              <a:t> </a:t>
            </a:r>
            <a:r>
              <a:rPr dirty="0" sz="2200" spc="50">
                <a:solidFill>
                  <a:srgbClr val="231F20"/>
                </a:solidFill>
                <a:latin typeface="Lucida Sans Unicode"/>
                <a:cs typeface="Lucida Sans Unicode"/>
              </a:rPr>
              <a:t>20</a:t>
            </a:r>
            <a:r>
              <a:rPr dirty="0" sz="2200" spc="-475">
                <a:solidFill>
                  <a:srgbClr val="231F20"/>
                </a:solidFill>
                <a:latin typeface="Lucida Sans Unicode"/>
                <a:cs typeface="Lucida Sans Unicode"/>
              </a:rPr>
              <a:t> </a:t>
            </a:r>
            <a:r>
              <a:rPr dirty="0" sz="2200" spc="-100">
                <a:solidFill>
                  <a:srgbClr val="231F20"/>
                </a:solidFill>
                <a:latin typeface="Lucida Sans Unicode"/>
                <a:cs typeface="Lucida Sans Unicode"/>
              </a:rPr>
              <a:t>/</a:t>
            </a:r>
            <a:r>
              <a:rPr dirty="0" sz="2200" spc="-475">
                <a:solidFill>
                  <a:srgbClr val="231F20"/>
                </a:solidFill>
                <a:latin typeface="Lucida Sans Unicode"/>
                <a:cs typeface="Lucida Sans Unicode"/>
              </a:rPr>
              <a:t> </a:t>
            </a:r>
            <a:r>
              <a:rPr dirty="0" sz="2200" spc="75">
                <a:solidFill>
                  <a:srgbClr val="231F20"/>
                </a:solidFill>
                <a:latin typeface="Lucida Sans Unicode"/>
                <a:cs typeface="Lucida Sans Unicode"/>
              </a:rPr>
              <a:t>box</a:t>
            </a:r>
            <a:endParaRPr sz="2200">
              <a:latin typeface="Lucida Sans Unicode"/>
              <a:cs typeface="Lucida Sans Unicode"/>
            </a:endParaRPr>
          </a:p>
        </p:txBody>
      </p:sp>
      <p:sp>
        <p:nvSpPr>
          <p:cNvPr id="19" name="object 19" descr=""/>
          <p:cNvSpPr txBox="1"/>
          <p:nvPr/>
        </p:nvSpPr>
        <p:spPr>
          <a:xfrm>
            <a:off x="2854006" y="6999740"/>
            <a:ext cx="2614930" cy="1168400"/>
          </a:xfrm>
          <a:prstGeom prst="rect">
            <a:avLst/>
          </a:prstGeom>
        </p:spPr>
        <p:txBody>
          <a:bodyPr wrap="square" lIns="0" tIns="57785" rIns="0" bIns="0" rtlCol="0" vert="horz">
            <a:spAutoFit/>
          </a:bodyPr>
          <a:lstStyle/>
          <a:p>
            <a:pPr marL="631825">
              <a:lnSpc>
                <a:spcPct val="100000"/>
              </a:lnSpc>
              <a:spcBef>
                <a:spcPts val="455"/>
              </a:spcBef>
            </a:pPr>
            <a:r>
              <a:rPr dirty="0" sz="2200">
                <a:solidFill>
                  <a:srgbClr val="231F20"/>
                </a:solidFill>
                <a:latin typeface="Lucida Sans Unicode"/>
                <a:cs typeface="Lucida Sans Unicode"/>
              </a:rPr>
              <a:t>5</a:t>
            </a:r>
            <a:r>
              <a:rPr dirty="0" sz="2200" spc="-480">
                <a:solidFill>
                  <a:srgbClr val="231F20"/>
                </a:solidFill>
                <a:latin typeface="Lucida Sans Unicode"/>
                <a:cs typeface="Lucida Sans Unicode"/>
              </a:rPr>
              <a:t> </a:t>
            </a:r>
            <a:r>
              <a:rPr dirty="0" sz="2200" spc="-245">
                <a:solidFill>
                  <a:srgbClr val="231F20"/>
                </a:solidFill>
                <a:latin typeface="Lucida Sans Unicode"/>
                <a:cs typeface="Lucida Sans Unicode"/>
              </a:rPr>
              <a:t>.</a:t>
            </a:r>
            <a:r>
              <a:rPr dirty="0" sz="2200" spc="-480">
                <a:solidFill>
                  <a:srgbClr val="231F20"/>
                </a:solidFill>
                <a:latin typeface="Lucida Sans Unicode"/>
                <a:cs typeface="Lucida Sans Unicode"/>
              </a:rPr>
              <a:t> </a:t>
            </a:r>
            <a:r>
              <a:rPr dirty="0" sz="2200" spc="-90">
                <a:solidFill>
                  <a:srgbClr val="231F20"/>
                </a:solidFill>
                <a:latin typeface="Lucida Sans Unicode"/>
                <a:cs typeface="Lucida Sans Unicode"/>
              </a:rPr>
              <a:t>3</a:t>
            </a:r>
            <a:r>
              <a:rPr dirty="0" sz="2200" spc="-475">
                <a:solidFill>
                  <a:srgbClr val="231F20"/>
                </a:solidFill>
                <a:latin typeface="Lucida Sans Unicode"/>
                <a:cs typeface="Lucida Sans Unicode"/>
              </a:rPr>
              <a:t> </a:t>
            </a:r>
            <a:r>
              <a:rPr dirty="0" sz="2200" spc="204">
                <a:solidFill>
                  <a:srgbClr val="231F20"/>
                </a:solidFill>
                <a:latin typeface="Lucida Sans Unicode"/>
                <a:cs typeface="Lucida Sans Unicode"/>
              </a:rPr>
              <a:t>%</a:t>
            </a:r>
            <a:r>
              <a:rPr dirty="0" sz="2200" spc="340">
                <a:solidFill>
                  <a:srgbClr val="231F20"/>
                </a:solidFill>
                <a:latin typeface="Lucida Sans Unicode"/>
                <a:cs typeface="Lucida Sans Unicode"/>
              </a:rPr>
              <a:t> </a:t>
            </a:r>
            <a:r>
              <a:rPr dirty="0" sz="2200" spc="80">
                <a:solidFill>
                  <a:srgbClr val="231F20"/>
                </a:solidFill>
                <a:latin typeface="Lucida Sans Unicode"/>
                <a:cs typeface="Lucida Sans Unicode"/>
              </a:rPr>
              <a:t>ROI</a:t>
            </a:r>
            <a:endParaRPr sz="2200">
              <a:latin typeface="Lucida Sans Unicode"/>
              <a:cs typeface="Lucida Sans Unicode"/>
            </a:endParaRPr>
          </a:p>
          <a:p>
            <a:pPr marL="379730">
              <a:lnSpc>
                <a:spcPct val="100000"/>
              </a:lnSpc>
              <a:spcBef>
                <a:spcPts val="359"/>
              </a:spcBef>
            </a:pPr>
            <a:r>
              <a:rPr dirty="0" sz="2200" spc="-575">
                <a:solidFill>
                  <a:srgbClr val="231F20"/>
                </a:solidFill>
                <a:latin typeface="Lucida Sans Unicode"/>
                <a:cs typeface="Lucida Sans Unicode"/>
              </a:rPr>
              <a:t>11</a:t>
            </a:r>
            <a:r>
              <a:rPr dirty="0" sz="2200" spc="-480">
                <a:solidFill>
                  <a:srgbClr val="231F20"/>
                </a:solidFill>
                <a:latin typeface="Lucida Sans Unicode"/>
                <a:cs typeface="Lucida Sans Unicode"/>
              </a:rPr>
              <a:t> </a:t>
            </a:r>
            <a:r>
              <a:rPr dirty="0" sz="2200" spc="-245">
                <a:solidFill>
                  <a:srgbClr val="231F20"/>
                </a:solidFill>
                <a:latin typeface="Lucida Sans Unicode"/>
                <a:cs typeface="Lucida Sans Unicode"/>
              </a:rPr>
              <a:t>.</a:t>
            </a:r>
            <a:r>
              <a:rPr dirty="0" sz="2200" spc="-480">
                <a:solidFill>
                  <a:srgbClr val="231F20"/>
                </a:solidFill>
                <a:latin typeface="Lucida Sans Unicode"/>
                <a:cs typeface="Lucida Sans Unicode"/>
              </a:rPr>
              <a:t> </a:t>
            </a:r>
            <a:r>
              <a:rPr dirty="0" sz="2200">
                <a:solidFill>
                  <a:srgbClr val="231F20"/>
                </a:solidFill>
                <a:latin typeface="Lucida Sans Unicode"/>
                <a:cs typeface="Lucida Sans Unicode"/>
              </a:rPr>
              <a:t>4</a:t>
            </a:r>
            <a:r>
              <a:rPr dirty="0" sz="2200" spc="340">
                <a:solidFill>
                  <a:srgbClr val="231F20"/>
                </a:solidFill>
                <a:latin typeface="Lucida Sans Unicode"/>
                <a:cs typeface="Lucida Sans Unicode"/>
              </a:rPr>
              <a:t> </a:t>
            </a:r>
            <a:r>
              <a:rPr dirty="0" sz="2200" spc="235">
                <a:solidFill>
                  <a:srgbClr val="231F20"/>
                </a:solidFill>
                <a:latin typeface="Lucida Sans Unicode"/>
                <a:cs typeface="Lucida Sans Unicode"/>
              </a:rPr>
              <a:t>months</a:t>
            </a:r>
            <a:endParaRPr sz="2200">
              <a:latin typeface="Lucida Sans Unicode"/>
              <a:cs typeface="Lucida Sans Unicode"/>
            </a:endParaRPr>
          </a:p>
          <a:p>
            <a:pPr marL="12700">
              <a:lnSpc>
                <a:spcPct val="100000"/>
              </a:lnSpc>
              <a:spcBef>
                <a:spcPts val="359"/>
              </a:spcBef>
            </a:pPr>
            <a:r>
              <a:rPr dirty="0" sz="2200" spc="320">
                <a:solidFill>
                  <a:srgbClr val="231F20"/>
                </a:solidFill>
                <a:latin typeface="Lucida Sans Unicode"/>
                <a:cs typeface="Lucida Sans Unicode"/>
              </a:rPr>
              <a:t>payback</a:t>
            </a:r>
            <a:r>
              <a:rPr dirty="0" sz="2200" spc="355">
                <a:solidFill>
                  <a:srgbClr val="231F20"/>
                </a:solidFill>
                <a:latin typeface="Lucida Sans Unicode"/>
                <a:cs typeface="Lucida Sans Unicode"/>
              </a:rPr>
              <a:t> </a:t>
            </a:r>
            <a:r>
              <a:rPr dirty="0" sz="2200" spc="210">
                <a:solidFill>
                  <a:srgbClr val="231F20"/>
                </a:solidFill>
                <a:latin typeface="Lucida Sans Unicode"/>
                <a:cs typeface="Lucida Sans Unicode"/>
              </a:rPr>
              <a:t>period</a:t>
            </a:r>
            <a:endParaRPr sz="2200">
              <a:latin typeface="Lucida Sans Unicode"/>
              <a:cs typeface="Lucida Sans Unicode"/>
            </a:endParaRPr>
          </a:p>
        </p:txBody>
      </p:sp>
      <p:sp>
        <p:nvSpPr>
          <p:cNvPr id="20" name="object 20" descr=""/>
          <p:cNvSpPr txBox="1"/>
          <p:nvPr/>
        </p:nvSpPr>
        <p:spPr>
          <a:xfrm>
            <a:off x="2686574" y="8523740"/>
            <a:ext cx="2949575" cy="7874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772160" marR="5080" indent="-760095">
              <a:lnSpc>
                <a:spcPct val="113599"/>
              </a:lnSpc>
              <a:spcBef>
                <a:spcPts val="95"/>
              </a:spcBef>
            </a:pPr>
            <a:r>
              <a:rPr dirty="0" sz="2200" spc="105">
                <a:solidFill>
                  <a:srgbClr val="231F20"/>
                </a:solidFill>
                <a:latin typeface="Lucida Sans Unicode"/>
                <a:cs typeface="Lucida Sans Unicode"/>
              </a:rPr>
              <a:t>No</a:t>
            </a:r>
            <a:r>
              <a:rPr dirty="0" sz="2200" spc="335">
                <a:solidFill>
                  <a:srgbClr val="231F20"/>
                </a:solidFill>
                <a:latin typeface="Lucida Sans Unicode"/>
                <a:cs typeface="Lucida Sans Unicode"/>
              </a:rPr>
              <a:t> </a:t>
            </a:r>
            <a:r>
              <a:rPr dirty="0" sz="2200" spc="220">
                <a:solidFill>
                  <a:srgbClr val="231F20"/>
                </a:solidFill>
                <a:latin typeface="Lucida Sans Unicode"/>
                <a:cs typeface="Lucida Sans Unicode"/>
              </a:rPr>
              <a:t>infrastructural </a:t>
            </a:r>
            <a:r>
              <a:rPr dirty="0" sz="2200" spc="305">
                <a:solidFill>
                  <a:srgbClr val="231F20"/>
                </a:solidFill>
                <a:latin typeface="Lucida Sans Unicode"/>
                <a:cs typeface="Lucida Sans Unicode"/>
              </a:rPr>
              <a:t>changes</a:t>
            </a:r>
            <a:endParaRPr sz="220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483566" rIns="0" bIns="0" rtlCol="0" vert="horz">
            <a:spAutoFit/>
          </a:bodyPr>
          <a:lstStyle/>
          <a:p>
            <a:pPr marL="1953895">
              <a:lnSpc>
                <a:spcPct val="100000"/>
              </a:lnSpc>
              <a:spcBef>
                <a:spcPts val="135"/>
              </a:spcBef>
            </a:pPr>
            <a:r>
              <a:rPr dirty="0" spc="695"/>
              <a:t>RECOMMENDATION</a:t>
            </a:r>
            <a:r>
              <a:rPr dirty="0" spc="-120"/>
              <a:t>S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10105669" y="4579861"/>
            <a:ext cx="6838315" cy="335787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ctr" marL="1745614" marR="1734185">
              <a:lnSpc>
                <a:spcPct val="113599"/>
              </a:lnSpc>
              <a:spcBef>
                <a:spcPts val="95"/>
              </a:spcBef>
            </a:pPr>
            <a:r>
              <a:rPr dirty="0" sz="2200" spc="210" b="1">
                <a:solidFill>
                  <a:srgbClr val="231F20"/>
                </a:solidFill>
                <a:latin typeface="Trebuchet MS"/>
                <a:cs typeface="Trebuchet MS"/>
              </a:rPr>
              <a:t>03</a:t>
            </a:r>
            <a:r>
              <a:rPr dirty="0" sz="2200" spc="250" b="1">
                <a:solidFill>
                  <a:srgbClr val="231F20"/>
                </a:solidFill>
                <a:latin typeface="Trebuchet MS"/>
                <a:cs typeface="Trebuchet MS"/>
              </a:rPr>
              <a:t> </a:t>
            </a:r>
            <a:r>
              <a:rPr dirty="0" sz="2200" spc="470" b="1">
                <a:solidFill>
                  <a:srgbClr val="231F20"/>
                </a:solidFill>
                <a:latin typeface="Trebuchet MS"/>
                <a:cs typeface="Trebuchet MS"/>
              </a:rPr>
              <a:t>-</a:t>
            </a:r>
            <a:r>
              <a:rPr dirty="0" sz="2200" spc="250" b="1">
                <a:solidFill>
                  <a:srgbClr val="231F20"/>
                </a:solidFill>
                <a:latin typeface="Trebuchet MS"/>
                <a:cs typeface="Trebuchet MS"/>
              </a:rPr>
              <a:t> </a:t>
            </a:r>
            <a:r>
              <a:rPr dirty="0" sz="2200" spc="380" b="1">
                <a:solidFill>
                  <a:srgbClr val="231F20"/>
                </a:solidFill>
                <a:latin typeface="Trebuchet MS"/>
                <a:cs typeface="Trebuchet MS"/>
              </a:rPr>
              <a:t>Smart</a:t>
            </a:r>
            <a:r>
              <a:rPr dirty="0" sz="2200" spc="250" b="1">
                <a:solidFill>
                  <a:srgbClr val="231F20"/>
                </a:solidFill>
                <a:latin typeface="Trebuchet MS"/>
                <a:cs typeface="Trebuchet MS"/>
              </a:rPr>
              <a:t> </a:t>
            </a:r>
            <a:r>
              <a:rPr dirty="0" sz="2200" spc="360" b="1">
                <a:solidFill>
                  <a:srgbClr val="231F20"/>
                </a:solidFill>
                <a:latin typeface="Trebuchet MS"/>
                <a:cs typeface="Trebuchet MS"/>
              </a:rPr>
              <a:t>Disposal </a:t>
            </a:r>
            <a:r>
              <a:rPr dirty="0" sz="2200" spc="315" b="1">
                <a:solidFill>
                  <a:srgbClr val="231F20"/>
                </a:solidFill>
                <a:latin typeface="Trebuchet MS"/>
                <a:cs typeface="Trebuchet MS"/>
              </a:rPr>
              <a:t>Guide</a:t>
            </a:r>
            <a:r>
              <a:rPr dirty="0" sz="2200" spc="254" b="1">
                <a:solidFill>
                  <a:srgbClr val="231F20"/>
                </a:solidFill>
                <a:latin typeface="Trebuchet MS"/>
                <a:cs typeface="Trebuchet MS"/>
              </a:rPr>
              <a:t> </a:t>
            </a:r>
            <a:r>
              <a:rPr dirty="0" sz="2200" spc="320" b="1">
                <a:solidFill>
                  <a:srgbClr val="231F20"/>
                </a:solidFill>
                <a:latin typeface="Trebuchet MS"/>
                <a:cs typeface="Trebuchet MS"/>
              </a:rPr>
              <a:t>via</a:t>
            </a:r>
            <a:r>
              <a:rPr dirty="0" sz="2200" spc="254" b="1">
                <a:solidFill>
                  <a:srgbClr val="231F20"/>
                </a:solidFill>
                <a:latin typeface="Trebuchet MS"/>
                <a:cs typeface="Trebuchet MS"/>
              </a:rPr>
              <a:t> </a:t>
            </a:r>
            <a:r>
              <a:rPr dirty="0" sz="2200" spc="245" b="1">
                <a:solidFill>
                  <a:srgbClr val="231F20"/>
                </a:solidFill>
                <a:latin typeface="Trebuchet MS"/>
                <a:cs typeface="Trebuchet MS"/>
              </a:rPr>
              <a:t>QR</a:t>
            </a:r>
            <a:r>
              <a:rPr dirty="0" sz="2200" spc="254" b="1">
                <a:solidFill>
                  <a:srgbClr val="231F20"/>
                </a:solidFill>
                <a:latin typeface="Trebuchet MS"/>
                <a:cs typeface="Trebuchet MS"/>
              </a:rPr>
              <a:t> </a:t>
            </a:r>
            <a:r>
              <a:rPr dirty="0" sz="2200" spc="345" b="1">
                <a:solidFill>
                  <a:srgbClr val="231F20"/>
                </a:solidFill>
                <a:latin typeface="Trebuchet MS"/>
                <a:cs typeface="Trebuchet MS"/>
              </a:rPr>
              <a:t>Code</a:t>
            </a:r>
            <a:endParaRPr sz="22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430"/>
              </a:spcBef>
            </a:pPr>
            <a:endParaRPr sz="2200">
              <a:latin typeface="Trebuchet MS"/>
              <a:cs typeface="Trebuchet MS"/>
            </a:endParaRPr>
          </a:p>
          <a:p>
            <a:pPr algn="ctr" marL="13970" marR="6350">
              <a:lnSpc>
                <a:spcPct val="114999"/>
              </a:lnSpc>
            </a:pPr>
            <a:r>
              <a:rPr dirty="0" sz="2500">
                <a:solidFill>
                  <a:srgbClr val="231F20"/>
                </a:solidFill>
                <a:latin typeface="Lucida Sans Unicode"/>
                <a:cs typeface="Lucida Sans Unicode"/>
              </a:rPr>
              <a:t>A</a:t>
            </a:r>
            <a:r>
              <a:rPr dirty="0" sz="2500" spc="375">
                <a:solidFill>
                  <a:srgbClr val="231F20"/>
                </a:solidFill>
                <a:latin typeface="Lucida Sans Unicode"/>
                <a:cs typeface="Lucida Sans Unicode"/>
              </a:rPr>
              <a:t> </a:t>
            </a:r>
            <a:r>
              <a:rPr dirty="0" sz="2500" spc="114">
                <a:solidFill>
                  <a:srgbClr val="231F20"/>
                </a:solidFill>
                <a:latin typeface="Lucida Sans Unicode"/>
                <a:cs typeface="Lucida Sans Unicode"/>
              </a:rPr>
              <a:t>QR</a:t>
            </a:r>
            <a:r>
              <a:rPr dirty="0" sz="2500" spc="380">
                <a:solidFill>
                  <a:srgbClr val="231F20"/>
                </a:solidFill>
                <a:latin typeface="Lucida Sans Unicode"/>
                <a:cs typeface="Lucida Sans Unicode"/>
              </a:rPr>
              <a:t> </a:t>
            </a:r>
            <a:r>
              <a:rPr dirty="0" sz="2500" spc="340">
                <a:solidFill>
                  <a:srgbClr val="231F20"/>
                </a:solidFill>
                <a:latin typeface="Lucida Sans Unicode"/>
                <a:cs typeface="Lucida Sans Unicode"/>
              </a:rPr>
              <a:t>code</a:t>
            </a:r>
            <a:r>
              <a:rPr dirty="0" sz="2500" spc="375">
                <a:solidFill>
                  <a:srgbClr val="231F20"/>
                </a:solidFill>
                <a:latin typeface="Lucida Sans Unicode"/>
                <a:cs typeface="Lucida Sans Unicode"/>
              </a:rPr>
              <a:t> </a:t>
            </a:r>
            <a:r>
              <a:rPr dirty="0" sz="2500" spc="190">
                <a:solidFill>
                  <a:srgbClr val="231F20"/>
                </a:solidFill>
                <a:latin typeface="Lucida Sans Unicode"/>
                <a:cs typeface="Lucida Sans Unicode"/>
              </a:rPr>
              <a:t>on</a:t>
            </a:r>
            <a:r>
              <a:rPr dirty="0" sz="2500" spc="380">
                <a:solidFill>
                  <a:srgbClr val="231F20"/>
                </a:solidFill>
                <a:latin typeface="Lucida Sans Unicode"/>
                <a:cs typeface="Lucida Sans Unicode"/>
              </a:rPr>
              <a:t> </a:t>
            </a:r>
            <a:r>
              <a:rPr dirty="0" sz="2500" spc="390">
                <a:solidFill>
                  <a:srgbClr val="231F20"/>
                </a:solidFill>
                <a:latin typeface="Lucida Sans Unicode"/>
                <a:cs typeface="Lucida Sans Unicode"/>
              </a:rPr>
              <a:t>each</a:t>
            </a:r>
            <a:r>
              <a:rPr dirty="0" sz="2500" spc="380">
                <a:solidFill>
                  <a:srgbClr val="231F20"/>
                </a:solidFill>
                <a:latin typeface="Lucida Sans Unicode"/>
                <a:cs typeface="Lucida Sans Unicode"/>
              </a:rPr>
              <a:t> </a:t>
            </a:r>
            <a:r>
              <a:rPr dirty="0" sz="2500" spc="335">
                <a:solidFill>
                  <a:srgbClr val="231F20"/>
                </a:solidFill>
                <a:latin typeface="Lucida Sans Unicode"/>
                <a:cs typeface="Lucida Sans Unicode"/>
              </a:rPr>
              <a:t>component</a:t>
            </a:r>
            <a:r>
              <a:rPr dirty="0" sz="2500" spc="375">
                <a:solidFill>
                  <a:srgbClr val="231F20"/>
                </a:solidFill>
                <a:latin typeface="Lucida Sans Unicode"/>
                <a:cs typeface="Lucida Sans Unicode"/>
              </a:rPr>
              <a:t> </a:t>
            </a:r>
            <a:r>
              <a:rPr dirty="0" sz="2500" spc="-114">
                <a:solidFill>
                  <a:srgbClr val="231F20"/>
                </a:solidFill>
                <a:latin typeface="Lucida Sans Unicode"/>
                <a:cs typeface="Lucida Sans Unicode"/>
              </a:rPr>
              <a:t>l</a:t>
            </a:r>
            <a:r>
              <a:rPr dirty="0" sz="2500" spc="-540">
                <a:solidFill>
                  <a:srgbClr val="231F20"/>
                </a:solidFill>
                <a:latin typeface="Lucida Sans Unicode"/>
                <a:cs typeface="Lucida Sans Unicode"/>
              </a:rPr>
              <a:t> </a:t>
            </a:r>
            <a:r>
              <a:rPr dirty="0" sz="2500" spc="120">
                <a:solidFill>
                  <a:srgbClr val="231F20"/>
                </a:solidFill>
                <a:latin typeface="Lucida Sans Unicode"/>
                <a:cs typeface="Lucida Sans Unicode"/>
              </a:rPr>
              <a:t>inks </a:t>
            </a:r>
            <a:r>
              <a:rPr dirty="0" sz="2500" spc="150">
                <a:solidFill>
                  <a:srgbClr val="231F20"/>
                </a:solidFill>
                <a:latin typeface="Lucida Sans Unicode"/>
                <a:cs typeface="Lucida Sans Unicode"/>
              </a:rPr>
              <a:t>to</a:t>
            </a:r>
            <a:r>
              <a:rPr dirty="0" sz="2500" spc="380">
                <a:solidFill>
                  <a:srgbClr val="231F20"/>
                </a:solidFill>
                <a:latin typeface="Lucida Sans Unicode"/>
                <a:cs typeface="Lucida Sans Unicode"/>
              </a:rPr>
              <a:t> </a:t>
            </a:r>
            <a:r>
              <a:rPr dirty="0" sz="2500" spc="330">
                <a:solidFill>
                  <a:srgbClr val="231F20"/>
                </a:solidFill>
                <a:latin typeface="Lucida Sans Unicode"/>
                <a:cs typeface="Lucida Sans Unicode"/>
              </a:rPr>
              <a:t>a</a:t>
            </a:r>
            <a:r>
              <a:rPr dirty="0" sz="2500" spc="385">
                <a:solidFill>
                  <a:srgbClr val="231F20"/>
                </a:solidFill>
                <a:latin typeface="Lucida Sans Unicode"/>
                <a:cs typeface="Lucida Sans Unicode"/>
              </a:rPr>
              <a:t> </a:t>
            </a:r>
            <a:r>
              <a:rPr dirty="0" sz="2500" spc="370">
                <a:solidFill>
                  <a:srgbClr val="231F20"/>
                </a:solidFill>
                <a:latin typeface="Lucida Sans Unicode"/>
                <a:cs typeface="Lucida Sans Unicode"/>
              </a:rPr>
              <a:t>webapp</a:t>
            </a:r>
            <a:r>
              <a:rPr dirty="0" sz="2500" spc="385">
                <a:solidFill>
                  <a:srgbClr val="231F20"/>
                </a:solidFill>
                <a:latin typeface="Lucida Sans Unicode"/>
                <a:cs typeface="Lucida Sans Unicode"/>
              </a:rPr>
              <a:t> </a:t>
            </a:r>
            <a:r>
              <a:rPr dirty="0" sz="2500" spc="200">
                <a:solidFill>
                  <a:srgbClr val="231F20"/>
                </a:solidFill>
                <a:latin typeface="Lucida Sans Unicode"/>
                <a:cs typeface="Lucida Sans Unicode"/>
              </a:rPr>
              <a:t>with</a:t>
            </a:r>
            <a:r>
              <a:rPr dirty="0" sz="2500" spc="385">
                <a:solidFill>
                  <a:srgbClr val="231F20"/>
                </a:solidFill>
                <a:latin typeface="Lucida Sans Unicode"/>
                <a:cs typeface="Lucida Sans Unicode"/>
              </a:rPr>
              <a:t> </a:t>
            </a:r>
            <a:r>
              <a:rPr dirty="0" sz="2500" spc="265">
                <a:solidFill>
                  <a:srgbClr val="231F20"/>
                </a:solidFill>
                <a:latin typeface="Lucida Sans Unicode"/>
                <a:cs typeface="Lucida Sans Unicode"/>
              </a:rPr>
              <a:t>disposal</a:t>
            </a:r>
            <a:endParaRPr sz="2500">
              <a:latin typeface="Lucida Sans Unicode"/>
              <a:cs typeface="Lucida Sans Unicode"/>
            </a:endParaRPr>
          </a:p>
          <a:p>
            <a:pPr algn="ctr" marL="12700" marR="5080">
              <a:lnSpc>
                <a:spcPct val="114999"/>
              </a:lnSpc>
            </a:pPr>
            <a:r>
              <a:rPr dirty="0" sz="2500" spc="245">
                <a:solidFill>
                  <a:srgbClr val="231F20"/>
                </a:solidFill>
                <a:latin typeface="Lucida Sans Unicode"/>
                <a:cs typeface="Lucida Sans Unicode"/>
              </a:rPr>
              <a:t>instructions</a:t>
            </a:r>
            <a:r>
              <a:rPr dirty="0" sz="2500" spc="385">
                <a:solidFill>
                  <a:srgbClr val="231F20"/>
                </a:solidFill>
                <a:latin typeface="Lucida Sans Unicode"/>
                <a:cs typeface="Lucida Sans Unicode"/>
              </a:rPr>
              <a:t> </a:t>
            </a:r>
            <a:r>
              <a:rPr dirty="0" sz="2500" spc="125">
                <a:solidFill>
                  <a:srgbClr val="231F20"/>
                </a:solidFill>
                <a:latin typeface="Lucida Sans Unicode"/>
                <a:cs typeface="Lucida Sans Unicode"/>
              </a:rPr>
              <a:t>for</a:t>
            </a:r>
            <a:r>
              <a:rPr dirty="0" sz="2500" spc="385">
                <a:solidFill>
                  <a:srgbClr val="231F20"/>
                </a:solidFill>
                <a:latin typeface="Lucida Sans Unicode"/>
                <a:cs typeface="Lucida Sans Unicode"/>
              </a:rPr>
              <a:t> </a:t>
            </a:r>
            <a:r>
              <a:rPr dirty="0" sz="2500" spc="270">
                <a:solidFill>
                  <a:srgbClr val="231F20"/>
                </a:solidFill>
                <a:latin typeface="Lucida Sans Unicode"/>
                <a:cs typeface="Lucida Sans Unicode"/>
              </a:rPr>
              <a:t>that</a:t>
            </a:r>
            <a:r>
              <a:rPr dirty="0" sz="2500" spc="390">
                <a:solidFill>
                  <a:srgbClr val="231F20"/>
                </a:solidFill>
                <a:latin typeface="Lucida Sans Unicode"/>
                <a:cs typeface="Lucida Sans Unicode"/>
              </a:rPr>
              <a:t> </a:t>
            </a:r>
            <a:r>
              <a:rPr dirty="0" sz="2500" spc="270">
                <a:solidFill>
                  <a:srgbClr val="231F20"/>
                </a:solidFill>
                <a:latin typeface="Lucida Sans Unicode"/>
                <a:cs typeface="Lucida Sans Unicode"/>
              </a:rPr>
              <a:t>material,</a:t>
            </a:r>
            <a:r>
              <a:rPr dirty="0" sz="2500" spc="385">
                <a:solidFill>
                  <a:srgbClr val="231F20"/>
                </a:solidFill>
                <a:latin typeface="Lucida Sans Unicode"/>
                <a:cs typeface="Lucida Sans Unicode"/>
              </a:rPr>
              <a:t> </a:t>
            </a:r>
            <a:r>
              <a:rPr dirty="0" sz="2500" spc="270">
                <a:solidFill>
                  <a:srgbClr val="231F20"/>
                </a:solidFill>
                <a:latin typeface="Lucida Sans Unicode"/>
                <a:cs typeface="Lucida Sans Unicode"/>
              </a:rPr>
              <a:t>keyed </a:t>
            </a:r>
            <a:r>
              <a:rPr dirty="0" sz="2500" spc="150">
                <a:solidFill>
                  <a:srgbClr val="231F20"/>
                </a:solidFill>
                <a:latin typeface="Lucida Sans Unicode"/>
                <a:cs typeface="Lucida Sans Unicode"/>
              </a:rPr>
              <a:t>to</a:t>
            </a:r>
            <a:r>
              <a:rPr dirty="0" sz="2500" spc="395">
                <a:solidFill>
                  <a:srgbClr val="231F20"/>
                </a:solidFill>
                <a:latin typeface="Lucida Sans Unicode"/>
                <a:cs typeface="Lucida Sans Unicode"/>
              </a:rPr>
              <a:t> </a:t>
            </a:r>
            <a:r>
              <a:rPr dirty="0" sz="2500" spc="235">
                <a:solidFill>
                  <a:srgbClr val="231F20"/>
                </a:solidFill>
                <a:latin typeface="Lucida Sans Unicode"/>
                <a:cs typeface="Lucida Sans Unicode"/>
              </a:rPr>
              <a:t>the</a:t>
            </a:r>
            <a:r>
              <a:rPr dirty="0" sz="2500" spc="395">
                <a:solidFill>
                  <a:srgbClr val="231F20"/>
                </a:solidFill>
                <a:latin typeface="Lucida Sans Unicode"/>
                <a:cs typeface="Lucida Sans Unicode"/>
              </a:rPr>
              <a:t> </a:t>
            </a:r>
            <a:r>
              <a:rPr dirty="0" sz="2500" spc="280">
                <a:solidFill>
                  <a:srgbClr val="231F20"/>
                </a:solidFill>
                <a:latin typeface="Lucida Sans Unicode"/>
                <a:cs typeface="Lucida Sans Unicode"/>
              </a:rPr>
              <a:t>customer'</a:t>
            </a:r>
            <a:r>
              <a:rPr dirty="0" sz="2500" spc="-540">
                <a:solidFill>
                  <a:srgbClr val="231F20"/>
                </a:solidFill>
                <a:latin typeface="Lucida Sans Unicode"/>
                <a:cs typeface="Lucida Sans Unicode"/>
              </a:rPr>
              <a:t> </a:t>
            </a:r>
            <a:r>
              <a:rPr dirty="0" sz="2500">
                <a:solidFill>
                  <a:srgbClr val="231F20"/>
                </a:solidFill>
                <a:latin typeface="Lucida Sans Unicode"/>
                <a:cs typeface="Lucida Sans Unicode"/>
              </a:rPr>
              <a:t>s</a:t>
            </a:r>
            <a:r>
              <a:rPr dirty="0" sz="2500" spc="395">
                <a:solidFill>
                  <a:srgbClr val="231F20"/>
                </a:solidFill>
                <a:latin typeface="Lucida Sans Unicode"/>
                <a:cs typeface="Lucida Sans Unicode"/>
              </a:rPr>
              <a:t> </a:t>
            </a:r>
            <a:r>
              <a:rPr dirty="0" sz="2500" spc="70">
                <a:solidFill>
                  <a:srgbClr val="231F20"/>
                </a:solidFill>
                <a:latin typeface="Lucida Sans Unicode"/>
                <a:cs typeface="Lucida Sans Unicode"/>
              </a:rPr>
              <a:t>zip</a:t>
            </a:r>
            <a:r>
              <a:rPr dirty="0" sz="2500" spc="400">
                <a:solidFill>
                  <a:srgbClr val="231F20"/>
                </a:solidFill>
                <a:latin typeface="Lucida Sans Unicode"/>
                <a:cs typeface="Lucida Sans Unicode"/>
              </a:rPr>
              <a:t> </a:t>
            </a:r>
            <a:r>
              <a:rPr dirty="0" sz="2500" spc="250">
                <a:solidFill>
                  <a:srgbClr val="231F20"/>
                </a:solidFill>
                <a:latin typeface="Lucida Sans Unicode"/>
                <a:cs typeface="Lucida Sans Unicode"/>
              </a:rPr>
              <a:t>code.</a:t>
            </a:r>
            <a:endParaRPr sz="2500">
              <a:latin typeface="Lucida Sans Unicode"/>
              <a:cs typeface="Lucida Sans Unicode"/>
            </a:endParaRPr>
          </a:p>
          <a:p>
            <a:pPr algn="ctr">
              <a:lnSpc>
                <a:spcPct val="100000"/>
              </a:lnSpc>
              <a:spcBef>
                <a:spcPts val="450"/>
              </a:spcBef>
            </a:pPr>
            <a:r>
              <a:rPr dirty="0" sz="2500" spc="120">
                <a:solidFill>
                  <a:srgbClr val="231F20"/>
                </a:solidFill>
                <a:latin typeface="Lucida Sans Unicode"/>
                <a:cs typeface="Lucida Sans Unicode"/>
              </a:rPr>
              <a:t>No</a:t>
            </a:r>
            <a:r>
              <a:rPr dirty="0" sz="2500" spc="385">
                <a:solidFill>
                  <a:srgbClr val="231F20"/>
                </a:solidFill>
                <a:latin typeface="Lucida Sans Unicode"/>
                <a:cs typeface="Lucida Sans Unicode"/>
              </a:rPr>
              <a:t> </a:t>
            </a:r>
            <a:r>
              <a:rPr dirty="0" sz="2500" spc="340">
                <a:solidFill>
                  <a:srgbClr val="231F20"/>
                </a:solidFill>
                <a:latin typeface="Lucida Sans Unicode"/>
                <a:cs typeface="Lucida Sans Unicode"/>
              </a:rPr>
              <a:t>packaging</a:t>
            </a:r>
            <a:r>
              <a:rPr dirty="0" sz="2500" spc="390">
                <a:solidFill>
                  <a:srgbClr val="231F20"/>
                </a:solidFill>
                <a:latin typeface="Lucida Sans Unicode"/>
                <a:cs typeface="Lucida Sans Unicode"/>
              </a:rPr>
              <a:t> </a:t>
            </a:r>
            <a:r>
              <a:rPr dirty="0" sz="2500" spc="360">
                <a:solidFill>
                  <a:srgbClr val="231F20"/>
                </a:solidFill>
                <a:latin typeface="Lucida Sans Unicode"/>
                <a:cs typeface="Lucida Sans Unicode"/>
              </a:rPr>
              <a:t>changes</a:t>
            </a:r>
            <a:r>
              <a:rPr dirty="0" sz="2500" spc="390">
                <a:solidFill>
                  <a:srgbClr val="231F20"/>
                </a:solidFill>
                <a:latin typeface="Lucida Sans Unicode"/>
                <a:cs typeface="Lucida Sans Unicode"/>
              </a:rPr>
              <a:t> </a:t>
            </a:r>
            <a:r>
              <a:rPr dirty="0" sz="2500" spc="220">
                <a:solidFill>
                  <a:srgbClr val="231F20"/>
                </a:solidFill>
                <a:latin typeface="Lucida Sans Unicode"/>
                <a:cs typeface="Lucida Sans Unicode"/>
              </a:rPr>
              <a:t>required.</a:t>
            </a:r>
            <a:endParaRPr sz="2500">
              <a:latin typeface="Lucida Sans Unicode"/>
              <a:cs typeface="Lucida Sans Unicode"/>
            </a:endParaRPr>
          </a:p>
        </p:txBody>
      </p:sp>
      <p:sp>
        <p:nvSpPr>
          <p:cNvPr id="4" name="object 4" descr=""/>
          <p:cNvSpPr/>
          <p:nvPr/>
        </p:nvSpPr>
        <p:spPr>
          <a:xfrm>
            <a:off x="9088166" y="5082695"/>
            <a:ext cx="47625" cy="4637405"/>
          </a:xfrm>
          <a:custGeom>
            <a:avLst/>
            <a:gdLst/>
            <a:ahLst/>
            <a:cxnLst/>
            <a:rect l="l" t="t" r="r" b="b"/>
            <a:pathLst>
              <a:path w="47625" h="4637405">
                <a:moveTo>
                  <a:pt x="47624" y="4637298"/>
                </a:moveTo>
                <a:lnTo>
                  <a:pt x="0" y="4637298"/>
                </a:lnTo>
                <a:lnTo>
                  <a:pt x="0" y="0"/>
                </a:lnTo>
                <a:lnTo>
                  <a:pt x="47624" y="0"/>
                </a:lnTo>
                <a:lnTo>
                  <a:pt x="47624" y="4637298"/>
                </a:lnTo>
                <a:close/>
              </a:path>
            </a:pathLst>
          </a:custGeom>
          <a:solidFill>
            <a:srgbClr val="00914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 txBox="1"/>
          <p:nvPr/>
        </p:nvSpPr>
        <p:spPr>
          <a:xfrm>
            <a:off x="1018127" y="4579861"/>
            <a:ext cx="6979284" cy="42335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ctr" marL="1662430" marR="1651635">
              <a:lnSpc>
                <a:spcPct val="113599"/>
              </a:lnSpc>
              <a:spcBef>
                <a:spcPts val="95"/>
              </a:spcBef>
            </a:pPr>
            <a:r>
              <a:rPr dirty="0" sz="2200" spc="170" b="1">
                <a:solidFill>
                  <a:srgbClr val="231F20"/>
                </a:solidFill>
                <a:latin typeface="Trebuchet MS"/>
                <a:cs typeface="Trebuchet MS"/>
              </a:rPr>
              <a:t>02</a:t>
            </a:r>
            <a:r>
              <a:rPr dirty="0" sz="2200" spc="254" b="1">
                <a:solidFill>
                  <a:srgbClr val="231F20"/>
                </a:solidFill>
                <a:latin typeface="Trebuchet MS"/>
                <a:cs typeface="Trebuchet MS"/>
              </a:rPr>
              <a:t> </a:t>
            </a:r>
            <a:r>
              <a:rPr dirty="0" sz="2200" spc="470" b="1">
                <a:solidFill>
                  <a:srgbClr val="231F20"/>
                </a:solidFill>
                <a:latin typeface="Trebuchet MS"/>
                <a:cs typeface="Trebuchet MS"/>
              </a:rPr>
              <a:t>-</a:t>
            </a:r>
            <a:r>
              <a:rPr dirty="0" sz="2200" spc="254" b="1">
                <a:solidFill>
                  <a:srgbClr val="231F20"/>
                </a:solidFill>
                <a:latin typeface="Trebuchet MS"/>
                <a:cs typeface="Trebuchet MS"/>
              </a:rPr>
              <a:t> </a:t>
            </a:r>
            <a:r>
              <a:rPr dirty="0" sz="2200" spc="240" b="1">
                <a:solidFill>
                  <a:srgbClr val="231F20"/>
                </a:solidFill>
                <a:latin typeface="Trebuchet MS"/>
                <a:cs typeface="Trebuchet MS"/>
              </a:rPr>
              <a:t>Tiered</a:t>
            </a:r>
            <a:r>
              <a:rPr dirty="0" sz="2200" spc="254" b="1">
                <a:solidFill>
                  <a:srgbClr val="231F20"/>
                </a:solidFill>
                <a:latin typeface="Trebuchet MS"/>
                <a:cs typeface="Trebuchet MS"/>
              </a:rPr>
              <a:t> </a:t>
            </a:r>
            <a:r>
              <a:rPr dirty="0" sz="2200" spc="360" b="1">
                <a:solidFill>
                  <a:srgbClr val="231F20"/>
                </a:solidFill>
                <a:latin typeface="Trebuchet MS"/>
                <a:cs typeface="Trebuchet MS"/>
              </a:rPr>
              <a:t>Marketing </a:t>
            </a:r>
            <a:r>
              <a:rPr dirty="0" sz="2200" spc="345" b="1">
                <a:solidFill>
                  <a:srgbClr val="231F20"/>
                </a:solidFill>
                <a:latin typeface="Trebuchet MS"/>
                <a:cs typeface="Trebuchet MS"/>
              </a:rPr>
              <a:t>Strategy</a:t>
            </a:r>
            <a:endParaRPr sz="22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430"/>
              </a:spcBef>
            </a:pPr>
            <a:endParaRPr sz="2200">
              <a:latin typeface="Trebuchet MS"/>
              <a:cs typeface="Trebuchet MS"/>
            </a:endParaRPr>
          </a:p>
          <a:p>
            <a:pPr algn="ctr" marL="12700" marR="5080">
              <a:lnSpc>
                <a:spcPct val="114999"/>
              </a:lnSpc>
            </a:pPr>
            <a:r>
              <a:rPr dirty="0" sz="2500">
                <a:solidFill>
                  <a:srgbClr val="231F20"/>
                </a:solidFill>
                <a:latin typeface="Lucida Sans Unicode"/>
                <a:cs typeface="Lucida Sans Unicode"/>
              </a:rPr>
              <a:t>A</a:t>
            </a:r>
            <a:r>
              <a:rPr dirty="0" sz="2500" spc="375">
                <a:solidFill>
                  <a:srgbClr val="231F20"/>
                </a:solidFill>
                <a:latin typeface="Lucida Sans Unicode"/>
                <a:cs typeface="Lucida Sans Unicode"/>
              </a:rPr>
              <a:t> </a:t>
            </a:r>
            <a:r>
              <a:rPr dirty="0" sz="2500" spc="340">
                <a:solidFill>
                  <a:srgbClr val="231F20"/>
                </a:solidFill>
                <a:latin typeface="Lucida Sans Unicode"/>
                <a:cs typeface="Lucida Sans Unicode"/>
              </a:rPr>
              <a:t>packaging</a:t>
            </a:r>
            <a:r>
              <a:rPr dirty="0" sz="2500" spc="380">
                <a:solidFill>
                  <a:srgbClr val="231F20"/>
                </a:solidFill>
                <a:latin typeface="Lucida Sans Unicode"/>
                <a:cs typeface="Lucida Sans Unicode"/>
              </a:rPr>
              <a:t> </a:t>
            </a:r>
            <a:r>
              <a:rPr dirty="0" sz="2500" spc="330">
                <a:solidFill>
                  <a:srgbClr val="231F20"/>
                </a:solidFill>
                <a:latin typeface="Lucida Sans Unicode"/>
                <a:cs typeface="Lucida Sans Unicode"/>
              </a:rPr>
              <a:t>upgrade</a:t>
            </a:r>
            <a:r>
              <a:rPr dirty="0" sz="2500" spc="380">
                <a:solidFill>
                  <a:srgbClr val="231F20"/>
                </a:solidFill>
                <a:latin typeface="Lucida Sans Unicode"/>
                <a:cs typeface="Lucida Sans Unicode"/>
              </a:rPr>
              <a:t> </a:t>
            </a:r>
            <a:r>
              <a:rPr dirty="0" sz="2500" spc="220">
                <a:solidFill>
                  <a:srgbClr val="231F20"/>
                </a:solidFill>
                <a:latin typeface="Lucida Sans Unicode"/>
                <a:cs typeface="Lucida Sans Unicode"/>
              </a:rPr>
              <a:t>only</a:t>
            </a:r>
            <a:r>
              <a:rPr dirty="0" sz="2500" spc="380">
                <a:solidFill>
                  <a:srgbClr val="231F20"/>
                </a:solidFill>
                <a:latin typeface="Lucida Sans Unicode"/>
                <a:cs typeface="Lucida Sans Unicode"/>
              </a:rPr>
              <a:t> </a:t>
            </a:r>
            <a:r>
              <a:rPr dirty="0" sz="2500" spc="300">
                <a:solidFill>
                  <a:srgbClr val="231F20"/>
                </a:solidFill>
                <a:latin typeface="Lucida Sans Unicode"/>
                <a:cs typeface="Lucida Sans Unicode"/>
              </a:rPr>
              <a:t>matters</a:t>
            </a:r>
            <a:r>
              <a:rPr dirty="0" sz="2500" spc="380">
                <a:solidFill>
                  <a:srgbClr val="231F20"/>
                </a:solidFill>
                <a:latin typeface="Lucida Sans Unicode"/>
                <a:cs typeface="Lucida Sans Unicode"/>
              </a:rPr>
              <a:t> </a:t>
            </a:r>
            <a:r>
              <a:rPr dirty="0" sz="2500" spc="-114">
                <a:solidFill>
                  <a:srgbClr val="231F20"/>
                </a:solidFill>
                <a:latin typeface="Lucida Sans Unicode"/>
                <a:cs typeface="Lucida Sans Unicode"/>
              </a:rPr>
              <a:t>i</a:t>
            </a:r>
            <a:r>
              <a:rPr dirty="0" sz="2500" spc="-545">
                <a:solidFill>
                  <a:srgbClr val="231F20"/>
                </a:solidFill>
                <a:latin typeface="Lucida Sans Unicode"/>
                <a:cs typeface="Lucida Sans Unicode"/>
              </a:rPr>
              <a:t> </a:t>
            </a:r>
            <a:r>
              <a:rPr dirty="0" sz="2500" spc="-50">
                <a:solidFill>
                  <a:srgbClr val="231F20"/>
                </a:solidFill>
                <a:latin typeface="Lucida Sans Unicode"/>
                <a:cs typeface="Lucida Sans Unicode"/>
              </a:rPr>
              <a:t>f </a:t>
            </a:r>
            <a:r>
              <a:rPr dirty="0" sz="2500" spc="300">
                <a:solidFill>
                  <a:srgbClr val="231F20"/>
                </a:solidFill>
                <a:latin typeface="Lucida Sans Unicode"/>
                <a:cs typeface="Lucida Sans Unicode"/>
              </a:rPr>
              <a:t>customers</a:t>
            </a:r>
            <a:r>
              <a:rPr dirty="0" sz="2500" spc="385">
                <a:solidFill>
                  <a:srgbClr val="231F20"/>
                </a:solidFill>
                <a:latin typeface="Lucida Sans Unicode"/>
                <a:cs typeface="Lucida Sans Unicode"/>
              </a:rPr>
              <a:t> </a:t>
            </a:r>
            <a:r>
              <a:rPr dirty="0" sz="2500" spc="204">
                <a:solidFill>
                  <a:srgbClr val="231F20"/>
                </a:solidFill>
                <a:latin typeface="Lucida Sans Unicode"/>
                <a:cs typeface="Lucida Sans Unicode"/>
              </a:rPr>
              <a:t>know</a:t>
            </a:r>
            <a:r>
              <a:rPr dirty="0" sz="2500" spc="390">
                <a:solidFill>
                  <a:srgbClr val="231F20"/>
                </a:solidFill>
                <a:latin typeface="Lucida Sans Unicode"/>
                <a:cs typeface="Lucida Sans Unicode"/>
              </a:rPr>
              <a:t> </a:t>
            </a:r>
            <a:r>
              <a:rPr dirty="0" sz="2500" spc="-114">
                <a:solidFill>
                  <a:srgbClr val="231F20"/>
                </a:solidFill>
                <a:latin typeface="Lucida Sans Unicode"/>
                <a:cs typeface="Lucida Sans Unicode"/>
              </a:rPr>
              <a:t>i</a:t>
            </a:r>
            <a:r>
              <a:rPr dirty="0" sz="2500" spc="-540">
                <a:solidFill>
                  <a:srgbClr val="231F20"/>
                </a:solidFill>
                <a:latin typeface="Lucida Sans Unicode"/>
                <a:cs typeface="Lucida Sans Unicode"/>
              </a:rPr>
              <a:t> </a:t>
            </a:r>
            <a:r>
              <a:rPr dirty="0" sz="2500">
                <a:solidFill>
                  <a:srgbClr val="231F20"/>
                </a:solidFill>
                <a:latin typeface="Lucida Sans Unicode"/>
                <a:cs typeface="Lucida Sans Unicode"/>
              </a:rPr>
              <a:t>t</a:t>
            </a:r>
            <a:r>
              <a:rPr dirty="0" sz="2500" spc="385">
                <a:solidFill>
                  <a:srgbClr val="231F20"/>
                </a:solidFill>
                <a:latin typeface="Lucida Sans Unicode"/>
                <a:cs typeface="Lucida Sans Unicode"/>
              </a:rPr>
              <a:t> </a:t>
            </a:r>
            <a:r>
              <a:rPr dirty="0" sz="2500" spc="305">
                <a:solidFill>
                  <a:srgbClr val="231F20"/>
                </a:solidFill>
                <a:latin typeface="Lucida Sans Unicode"/>
                <a:cs typeface="Lucida Sans Unicode"/>
              </a:rPr>
              <a:t>happened.</a:t>
            </a:r>
            <a:endParaRPr sz="2500">
              <a:latin typeface="Lucida Sans Unicode"/>
              <a:cs typeface="Lucida Sans Unicode"/>
            </a:endParaRPr>
          </a:p>
          <a:p>
            <a:pPr algn="ctr" marL="965835" marR="958215">
              <a:lnSpc>
                <a:spcPct val="114999"/>
              </a:lnSpc>
            </a:pPr>
            <a:r>
              <a:rPr dirty="0" sz="2500" spc="175">
                <a:solidFill>
                  <a:srgbClr val="231F20"/>
                </a:solidFill>
                <a:latin typeface="Lucida Sans Unicode"/>
                <a:cs typeface="Lucida Sans Unicode"/>
              </a:rPr>
              <a:t>Four</a:t>
            </a:r>
            <a:r>
              <a:rPr dirty="0" sz="2500" spc="380">
                <a:solidFill>
                  <a:srgbClr val="231F20"/>
                </a:solidFill>
                <a:latin typeface="Lucida Sans Unicode"/>
                <a:cs typeface="Lucida Sans Unicode"/>
              </a:rPr>
              <a:t> </a:t>
            </a:r>
            <a:r>
              <a:rPr dirty="0" sz="2500" spc="220">
                <a:solidFill>
                  <a:srgbClr val="231F20"/>
                </a:solidFill>
                <a:latin typeface="Lucida Sans Unicode"/>
                <a:cs typeface="Lucida Sans Unicode"/>
              </a:rPr>
              <a:t>pillars</a:t>
            </a:r>
            <a:r>
              <a:rPr dirty="0" sz="2500" spc="380">
                <a:solidFill>
                  <a:srgbClr val="231F20"/>
                </a:solidFill>
                <a:latin typeface="Lucida Sans Unicode"/>
                <a:cs typeface="Lucida Sans Unicode"/>
              </a:rPr>
              <a:t> </a:t>
            </a:r>
            <a:r>
              <a:rPr dirty="0" sz="2500" spc="325">
                <a:solidFill>
                  <a:srgbClr val="231F20"/>
                </a:solidFill>
                <a:latin typeface="Lucida Sans Unicode"/>
                <a:cs typeface="Lucida Sans Unicode"/>
              </a:rPr>
              <a:t>make</a:t>
            </a:r>
            <a:r>
              <a:rPr dirty="0" sz="2500" spc="380">
                <a:solidFill>
                  <a:srgbClr val="231F20"/>
                </a:solidFill>
                <a:latin typeface="Lucida Sans Unicode"/>
                <a:cs typeface="Lucida Sans Unicode"/>
              </a:rPr>
              <a:t> </a:t>
            </a:r>
            <a:r>
              <a:rPr dirty="0" sz="2500" spc="-114">
                <a:solidFill>
                  <a:srgbClr val="231F20"/>
                </a:solidFill>
                <a:latin typeface="Lucida Sans Unicode"/>
                <a:cs typeface="Lucida Sans Unicode"/>
              </a:rPr>
              <a:t>i</a:t>
            </a:r>
            <a:r>
              <a:rPr dirty="0" sz="2500" spc="-545">
                <a:solidFill>
                  <a:srgbClr val="231F20"/>
                </a:solidFill>
                <a:latin typeface="Lucida Sans Unicode"/>
                <a:cs typeface="Lucida Sans Unicode"/>
              </a:rPr>
              <a:t> </a:t>
            </a:r>
            <a:r>
              <a:rPr dirty="0" sz="2500">
                <a:solidFill>
                  <a:srgbClr val="231F20"/>
                </a:solidFill>
                <a:latin typeface="Lucida Sans Unicode"/>
                <a:cs typeface="Lucida Sans Unicode"/>
              </a:rPr>
              <a:t>t</a:t>
            </a:r>
            <a:r>
              <a:rPr dirty="0" sz="2500" spc="380">
                <a:solidFill>
                  <a:srgbClr val="231F20"/>
                </a:solidFill>
                <a:latin typeface="Lucida Sans Unicode"/>
                <a:cs typeface="Lucida Sans Unicode"/>
              </a:rPr>
              <a:t> </a:t>
            </a:r>
            <a:r>
              <a:rPr dirty="0" sz="2500" spc="185">
                <a:solidFill>
                  <a:srgbClr val="231F20"/>
                </a:solidFill>
                <a:latin typeface="Lucida Sans Unicode"/>
                <a:cs typeface="Lucida Sans Unicode"/>
              </a:rPr>
              <a:t>visible: </a:t>
            </a:r>
            <a:r>
              <a:rPr dirty="0" sz="2500" spc="260">
                <a:solidFill>
                  <a:srgbClr val="231F20"/>
                </a:solidFill>
                <a:latin typeface="Lucida Sans Unicode"/>
                <a:cs typeface="Lucida Sans Unicode"/>
              </a:rPr>
              <a:t>Freshness</a:t>
            </a:r>
            <a:r>
              <a:rPr dirty="0" sz="2500" spc="405">
                <a:solidFill>
                  <a:srgbClr val="231F20"/>
                </a:solidFill>
                <a:latin typeface="Lucida Sans Unicode"/>
                <a:cs typeface="Lucida Sans Unicode"/>
              </a:rPr>
              <a:t> </a:t>
            </a:r>
            <a:r>
              <a:rPr dirty="0" sz="2500" spc="215">
                <a:solidFill>
                  <a:srgbClr val="231F20"/>
                </a:solidFill>
                <a:latin typeface="Lucida Sans Unicode"/>
                <a:cs typeface="Lucida Sans Unicode"/>
              </a:rPr>
              <a:t>Promise,</a:t>
            </a:r>
            <a:endParaRPr sz="2500">
              <a:latin typeface="Lucida Sans Unicode"/>
              <a:cs typeface="Lucida Sans Unicode"/>
            </a:endParaRPr>
          </a:p>
          <a:p>
            <a:pPr algn="ctr">
              <a:lnSpc>
                <a:spcPct val="100000"/>
              </a:lnSpc>
              <a:spcBef>
                <a:spcPts val="450"/>
              </a:spcBef>
            </a:pPr>
            <a:r>
              <a:rPr dirty="0" sz="2500" spc="275">
                <a:solidFill>
                  <a:srgbClr val="231F20"/>
                </a:solidFill>
                <a:latin typeface="Lucida Sans Unicode"/>
                <a:cs typeface="Lucida Sans Unicode"/>
              </a:rPr>
              <a:t>Sustainability</a:t>
            </a:r>
            <a:r>
              <a:rPr dirty="0" sz="2500" spc="420">
                <a:solidFill>
                  <a:srgbClr val="231F20"/>
                </a:solidFill>
                <a:latin typeface="Lucida Sans Unicode"/>
                <a:cs typeface="Lucida Sans Unicode"/>
              </a:rPr>
              <a:t> </a:t>
            </a:r>
            <a:r>
              <a:rPr dirty="0" sz="2500" spc="175">
                <a:solidFill>
                  <a:srgbClr val="231F20"/>
                </a:solidFill>
                <a:latin typeface="Lucida Sans Unicode"/>
                <a:cs typeface="Lucida Sans Unicode"/>
              </a:rPr>
              <a:t>Story,</a:t>
            </a:r>
            <a:endParaRPr sz="2500">
              <a:latin typeface="Lucida Sans Unicode"/>
              <a:cs typeface="Lucida Sans Unicode"/>
            </a:endParaRPr>
          </a:p>
          <a:p>
            <a:pPr algn="ctr" marL="509905" marR="619125">
              <a:lnSpc>
                <a:spcPct val="114999"/>
              </a:lnSpc>
            </a:pPr>
            <a:r>
              <a:rPr dirty="0" sz="2500" spc="185">
                <a:solidFill>
                  <a:srgbClr val="231F20"/>
                </a:solidFill>
                <a:latin typeface="Lucida Sans Unicode"/>
                <a:cs typeface="Lucida Sans Unicode"/>
              </a:rPr>
              <a:t>win-</a:t>
            </a:r>
            <a:r>
              <a:rPr dirty="0" sz="2500" spc="-545">
                <a:solidFill>
                  <a:srgbClr val="231F20"/>
                </a:solidFill>
                <a:latin typeface="Lucida Sans Unicode"/>
                <a:cs typeface="Lucida Sans Unicode"/>
              </a:rPr>
              <a:t> </a:t>
            </a:r>
            <a:r>
              <a:rPr dirty="0" sz="2500" spc="315">
                <a:solidFill>
                  <a:srgbClr val="231F20"/>
                </a:solidFill>
                <a:latin typeface="Lucida Sans Unicode"/>
                <a:cs typeface="Lucida Sans Unicode"/>
              </a:rPr>
              <a:t>back</a:t>
            </a:r>
            <a:r>
              <a:rPr dirty="0" sz="2500" spc="385">
                <a:solidFill>
                  <a:srgbClr val="231F20"/>
                </a:solidFill>
                <a:latin typeface="Lucida Sans Unicode"/>
                <a:cs typeface="Lucida Sans Unicode"/>
              </a:rPr>
              <a:t> </a:t>
            </a:r>
            <a:r>
              <a:rPr dirty="0" sz="2500" spc="150">
                <a:solidFill>
                  <a:srgbClr val="231F20"/>
                </a:solidFill>
                <a:latin typeface="Lucida Sans Unicode"/>
                <a:cs typeface="Lucida Sans Unicode"/>
              </a:rPr>
              <a:t>to</a:t>
            </a:r>
            <a:r>
              <a:rPr dirty="0" sz="2500" spc="390">
                <a:solidFill>
                  <a:srgbClr val="231F20"/>
                </a:solidFill>
                <a:latin typeface="Lucida Sans Unicode"/>
                <a:cs typeface="Lucida Sans Unicode"/>
              </a:rPr>
              <a:t> </a:t>
            </a:r>
            <a:r>
              <a:rPr dirty="0" sz="2500" spc="315">
                <a:solidFill>
                  <a:srgbClr val="231F20"/>
                </a:solidFill>
                <a:latin typeface="Lucida Sans Unicode"/>
                <a:cs typeface="Lucida Sans Unicode"/>
              </a:rPr>
              <a:t>lapsed</a:t>
            </a:r>
            <a:r>
              <a:rPr dirty="0" sz="2500" spc="385">
                <a:solidFill>
                  <a:srgbClr val="231F20"/>
                </a:solidFill>
                <a:latin typeface="Lucida Sans Unicode"/>
                <a:cs typeface="Lucida Sans Unicode"/>
              </a:rPr>
              <a:t> </a:t>
            </a:r>
            <a:r>
              <a:rPr dirty="0" sz="2500" spc="254">
                <a:solidFill>
                  <a:srgbClr val="231F20"/>
                </a:solidFill>
                <a:latin typeface="Lucida Sans Unicode"/>
                <a:cs typeface="Lucida Sans Unicode"/>
              </a:rPr>
              <a:t>customers, </a:t>
            </a:r>
            <a:r>
              <a:rPr dirty="0" sz="2500" spc="120">
                <a:solidFill>
                  <a:srgbClr val="231F20"/>
                </a:solidFill>
                <a:latin typeface="Lucida Sans Unicode"/>
                <a:cs typeface="Lucida Sans Unicode"/>
              </a:rPr>
              <a:t>in-</a:t>
            </a:r>
            <a:r>
              <a:rPr dirty="0" sz="2500" spc="-545">
                <a:solidFill>
                  <a:srgbClr val="231F20"/>
                </a:solidFill>
                <a:latin typeface="Lucida Sans Unicode"/>
                <a:cs typeface="Lucida Sans Unicode"/>
              </a:rPr>
              <a:t> </a:t>
            </a:r>
            <a:r>
              <a:rPr dirty="0" sz="2500" spc="114">
                <a:solidFill>
                  <a:srgbClr val="231F20"/>
                </a:solidFill>
                <a:latin typeface="Lucida Sans Unicode"/>
                <a:cs typeface="Lucida Sans Unicode"/>
              </a:rPr>
              <a:t>box</a:t>
            </a:r>
            <a:r>
              <a:rPr dirty="0" sz="2500" spc="395">
                <a:solidFill>
                  <a:srgbClr val="231F20"/>
                </a:solidFill>
                <a:latin typeface="Lucida Sans Unicode"/>
                <a:cs typeface="Lucida Sans Unicode"/>
              </a:rPr>
              <a:t> </a:t>
            </a:r>
            <a:r>
              <a:rPr dirty="0" sz="2500" spc="235">
                <a:solidFill>
                  <a:srgbClr val="231F20"/>
                </a:solidFill>
                <a:latin typeface="Lucida Sans Unicode"/>
                <a:cs typeface="Lucida Sans Unicode"/>
              </a:rPr>
              <a:t>storytelling</a:t>
            </a:r>
            <a:r>
              <a:rPr dirty="0" sz="2500" spc="395">
                <a:solidFill>
                  <a:srgbClr val="231F20"/>
                </a:solidFill>
                <a:latin typeface="Lucida Sans Unicode"/>
                <a:cs typeface="Lucida Sans Unicode"/>
              </a:rPr>
              <a:t> </a:t>
            </a:r>
            <a:r>
              <a:rPr dirty="0" sz="2500" spc="260">
                <a:solidFill>
                  <a:srgbClr val="231F20"/>
                </a:solidFill>
                <a:latin typeface="Lucida Sans Unicode"/>
                <a:cs typeface="Lucida Sans Unicode"/>
              </a:rPr>
              <a:t>cards.</a:t>
            </a:r>
            <a:endParaRPr sz="250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8287999" cy="10286999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309871" y="3782567"/>
            <a:ext cx="9668255" cy="1969007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4575942" y="3839746"/>
            <a:ext cx="9136380" cy="16256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500" spc="1000"/>
              <a:t>QUESTIONS</a:t>
            </a:r>
            <a:r>
              <a:rPr dirty="0" sz="10500" spc="-25"/>
              <a:t>?</a:t>
            </a:r>
            <a:endParaRPr sz="105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8287999" cy="10286999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684384" y="508"/>
            <a:ext cx="8603615" cy="10286491"/>
          </a:xfrm>
          <a:prstGeom prst="rect">
            <a:avLst/>
          </a:prstGeom>
        </p:spPr>
      </p:pic>
      <p:sp>
        <p:nvSpPr>
          <p:cNvPr id="4" name="object 4" descr=""/>
          <p:cNvSpPr/>
          <p:nvPr/>
        </p:nvSpPr>
        <p:spPr>
          <a:xfrm>
            <a:off x="-1" y="0"/>
            <a:ext cx="3683000" cy="10287000"/>
          </a:xfrm>
          <a:custGeom>
            <a:avLst/>
            <a:gdLst/>
            <a:ahLst/>
            <a:cxnLst/>
            <a:rect l="l" t="t" r="r" b="b"/>
            <a:pathLst>
              <a:path w="3683000" h="10287000">
                <a:moveTo>
                  <a:pt x="0" y="10286999"/>
                </a:moveTo>
                <a:lnTo>
                  <a:pt x="0" y="0"/>
                </a:lnTo>
                <a:lnTo>
                  <a:pt x="3682859" y="0"/>
                </a:lnTo>
                <a:lnTo>
                  <a:pt x="1161101" y="10286999"/>
                </a:lnTo>
                <a:lnTo>
                  <a:pt x="0" y="10286999"/>
                </a:lnTo>
                <a:close/>
              </a:path>
            </a:pathLst>
          </a:custGeom>
          <a:solidFill>
            <a:srgbClr val="1B573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/>
          <p:nvPr/>
        </p:nvSpPr>
        <p:spPr>
          <a:xfrm>
            <a:off x="9647218" y="4437543"/>
            <a:ext cx="1645920" cy="5849620"/>
          </a:xfrm>
          <a:custGeom>
            <a:avLst/>
            <a:gdLst/>
            <a:ahLst/>
            <a:cxnLst/>
            <a:rect l="l" t="t" r="r" b="b"/>
            <a:pathLst>
              <a:path w="1645920" h="5849620">
                <a:moveTo>
                  <a:pt x="0" y="5849455"/>
                </a:moveTo>
                <a:lnTo>
                  <a:pt x="1339385" y="0"/>
                </a:lnTo>
                <a:lnTo>
                  <a:pt x="1645300" y="70047"/>
                </a:lnTo>
                <a:lnTo>
                  <a:pt x="321954" y="5849455"/>
                </a:lnTo>
                <a:lnTo>
                  <a:pt x="0" y="5849455"/>
                </a:lnTo>
                <a:close/>
              </a:path>
            </a:pathLst>
          </a:custGeom>
          <a:solidFill>
            <a:srgbClr val="1B573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/>
          <p:nvPr/>
        </p:nvSpPr>
        <p:spPr>
          <a:xfrm>
            <a:off x="2798960" y="0"/>
            <a:ext cx="1125220" cy="3576320"/>
          </a:xfrm>
          <a:custGeom>
            <a:avLst/>
            <a:gdLst/>
            <a:ahLst/>
            <a:cxnLst/>
            <a:rect l="l" t="t" r="r" b="b"/>
            <a:pathLst>
              <a:path w="1125220" h="3576320">
                <a:moveTo>
                  <a:pt x="305915" y="3576100"/>
                </a:moveTo>
                <a:lnTo>
                  <a:pt x="0" y="3506053"/>
                </a:lnTo>
                <a:lnTo>
                  <a:pt x="802802" y="0"/>
                </a:lnTo>
                <a:lnTo>
                  <a:pt x="1124757" y="0"/>
                </a:lnTo>
                <a:lnTo>
                  <a:pt x="305915" y="3576100"/>
                </a:lnTo>
                <a:close/>
              </a:path>
            </a:pathLst>
          </a:custGeom>
          <a:solidFill>
            <a:srgbClr val="387D59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7" name="object 7" descr=""/>
          <p:cNvGrpSpPr/>
          <p:nvPr/>
        </p:nvGrpSpPr>
        <p:grpSpPr>
          <a:xfrm>
            <a:off x="841958" y="6044565"/>
            <a:ext cx="2802255" cy="2781300"/>
            <a:chOff x="841958" y="6044565"/>
            <a:chExt cx="2802255" cy="2781300"/>
          </a:xfrm>
        </p:grpSpPr>
        <p:pic>
          <p:nvPicPr>
            <p:cNvPr id="8" name="object 8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131117" y="6325799"/>
              <a:ext cx="2223608" cy="2223607"/>
            </a:xfrm>
            <a:prstGeom prst="rect">
              <a:avLst/>
            </a:prstGeom>
          </p:spPr>
        </p:pic>
        <p:sp>
          <p:nvSpPr>
            <p:cNvPr id="9" name="object 9" descr=""/>
            <p:cNvSpPr/>
            <p:nvPr/>
          </p:nvSpPr>
          <p:spPr>
            <a:xfrm>
              <a:off x="841958" y="6044565"/>
              <a:ext cx="2802255" cy="2781300"/>
            </a:xfrm>
            <a:custGeom>
              <a:avLst/>
              <a:gdLst/>
              <a:ahLst/>
              <a:cxnLst/>
              <a:rect l="l" t="t" r="r" b="b"/>
              <a:pathLst>
                <a:path w="2802254" h="2781300">
                  <a:moveTo>
                    <a:pt x="1772866" y="2743200"/>
                  </a:moveTo>
                  <a:lnTo>
                    <a:pt x="1028864" y="2743200"/>
                  </a:lnTo>
                  <a:lnTo>
                    <a:pt x="984715" y="2730500"/>
                  </a:lnTo>
                  <a:lnTo>
                    <a:pt x="941179" y="2705100"/>
                  </a:lnTo>
                  <a:lnTo>
                    <a:pt x="856049" y="2679700"/>
                  </a:lnTo>
                  <a:lnTo>
                    <a:pt x="814508" y="2654300"/>
                  </a:lnTo>
                  <a:lnTo>
                    <a:pt x="773685" y="2641600"/>
                  </a:lnTo>
                  <a:lnTo>
                    <a:pt x="733605" y="2616200"/>
                  </a:lnTo>
                  <a:lnTo>
                    <a:pt x="694296" y="2590800"/>
                  </a:lnTo>
                  <a:lnTo>
                    <a:pt x="655783" y="2578100"/>
                  </a:lnTo>
                  <a:lnTo>
                    <a:pt x="618092" y="2552700"/>
                  </a:lnTo>
                  <a:lnTo>
                    <a:pt x="581250" y="2527300"/>
                  </a:lnTo>
                  <a:lnTo>
                    <a:pt x="545284" y="2489200"/>
                  </a:lnTo>
                  <a:lnTo>
                    <a:pt x="510218" y="2463800"/>
                  </a:lnTo>
                  <a:lnTo>
                    <a:pt x="476080" y="2438400"/>
                  </a:lnTo>
                  <a:lnTo>
                    <a:pt x="442896" y="2413000"/>
                  </a:lnTo>
                  <a:lnTo>
                    <a:pt x="410692" y="2374900"/>
                  </a:lnTo>
                  <a:lnTo>
                    <a:pt x="379494" y="2349500"/>
                  </a:lnTo>
                  <a:lnTo>
                    <a:pt x="349328" y="2311400"/>
                  </a:lnTo>
                  <a:lnTo>
                    <a:pt x="320221" y="2273300"/>
                  </a:lnTo>
                  <a:lnTo>
                    <a:pt x="292199" y="2247900"/>
                  </a:lnTo>
                  <a:lnTo>
                    <a:pt x="265288" y="2209800"/>
                  </a:lnTo>
                  <a:lnTo>
                    <a:pt x="239515" y="2171700"/>
                  </a:lnTo>
                  <a:lnTo>
                    <a:pt x="214905" y="2133600"/>
                  </a:lnTo>
                  <a:lnTo>
                    <a:pt x="191485" y="2095500"/>
                  </a:lnTo>
                  <a:lnTo>
                    <a:pt x="169281" y="2057400"/>
                  </a:lnTo>
                  <a:lnTo>
                    <a:pt x="148320" y="2019300"/>
                  </a:lnTo>
                  <a:lnTo>
                    <a:pt x="128627" y="1968500"/>
                  </a:lnTo>
                  <a:lnTo>
                    <a:pt x="110229" y="1930400"/>
                  </a:lnTo>
                  <a:lnTo>
                    <a:pt x="93152" y="1892300"/>
                  </a:lnTo>
                  <a:lnTo>
                    <a:pt x="77422" y="1841500"/>
                  </a:lnTo>
                  <a:lnTo>
                    <a:pt x="63066" y="1803400"/>
                  </a:lnTo>
                  <a:lnTo>
                    <a:pt x="50110" y="1752600"/>
                  </a:lnTo>
                  <a:lnTo>
                    <a:pt x="38580" y="1714500"/>
                  </a:lnTo>
                  <a:lnTo>
                    <a:pt x="28501" y="1663700"/>
                  </a:lnTo>
                  <a:lnTo>
                    <a:pt x="19902" y="1625600"/>
                  </a:lnTo>
                  <a:lnTo>
                    <a:pt x="12807" y="1574800"/>
                  </a:lnTo>
                  <a:lnTo>
                    <a:pt x="7243" y="1524000"/>
                  </a:lnTo>
                  <a:lnTo>
                    <a:pt x="3236" y="1485900"/>
                  </a:lnTo>
                  <a:lnTo>
                    <a:pt x="813" y="1435100"/>
                  </a:lnTo>
                  <a:lnTo>
                    <a:pt x="0" y="1384300"/>
                  </a:lnTo>
                  <a:lnTo>
                    <a:pt x="813" y="1333500"/>
                  </a:lnTo>
                  <a:lnTo>
                    <a:pt x="3236" y="1295400"/>
                  </a:lnTo>
                  <a:lnTo>
                    <a:pt x="7243" y="1244600"/>
                  </a:lnTo>
                  <a:lnTo>
                    <a:pt x="12807" y="1193800"/>
                  </a:lnTo>
                  <a:lnTo>
                    <a:pt x="19902" y="1155700"/>
                  </a:lnTo>
                  <a:lnTo>
                    <a:pt x="28501" y="1104900"/>
                  </a:lnTo>
                  <a:lnTo>
                    <a:pt x="38580" y="1054100"/>
                  </a:lnTo>
                  <a:lnTo>
                    <a:pt x="50110" y="1016000"/>
                  </a:lnTo>
                  <a:lnTo>
                    <a:pt x="63066" y="965200"/>
                  </a:lnTo>
                  <a:lnTo>
                    <a:pt x="77422" y="927100"/>
                  </a:lnTo>
                  <a:lnTo>
                    <a:pt x="93152" y="889000"/>
                  </a:lnTo>
                  <a:lnTo>
                    <a:pt x="110229" y="838200"/>
                  </a:lnTo>
                  <a:lnTo>
                    <a:pt x="128627" y="800100"/>
                  </a:lnTo>
                  <a:lnTo>
                    <a:pt x="148320" y="762000"/>
                  </a:lnTo>
                  <a:lnTo>
                    <a:pt x="169281" y="723900"/>
                  </a:lnTo>
                  <a:lnTo>
                    <a:pt x="191485" y="685800"/>
                  </a:lnTo>
                  <a:lnTo>
                    <a:pt x="214905" y="647700"/>
                  </a:lnTo>
                  <a:lnTo>
                    <a:pt x="239515" y="609600"/>
                  </a:lnTo>
                  <a:lnTo>
                    <a:pt x="265288" y="571500"/>
                  </a:lnTo>
                  <a:lnTo>
                    <a:pt x="292199" y="533400"/>
                  </a:lnTo>
                  <a:lnTo>
                    <a:pt x="320221" y="495300"/>
                  </a:lnTo>
                  <a:lnTo>
                    <a:pt x="349328" y="457200"/>
                  </a:lnTo>
                  <a:lnTo>
                    <a:pt x="379494" y="431800"/>
                  </a:lnTo>
                  <a:lnTo>
                    <a:pt x="410692" y="393700"/>
                  </a:lnTo>
                  <a:lnTo>
                    <a:pt x="442896" y="368300"/>
                  </a:lnTo>
                  <a:lnTo>
                    <a:pt x="476080" y="330200"/>
                  </a:lnTo>
                  <a:lnTo>
                    <a:pt x="510218" y="304800"/>
                  </a:lnTo>
                  <a:lnTo>
                    <a:pt x="545284" y="279400"/>
                  </a:lnTo>
                  <a:lnTo>
                    <a:pt x="581250" y="254000"/>
                  </a:lnTo>
                  <a:lnTo>
                    <a:pt x="618092" y="228600"/>
                  </a:lnTo>
                  <a:lnTo>
                    <a:pt x="655783" y="203200"/>
                  </a:lnTo>
                  <a:lnTo>
                    <a:pt x="694296" y="177800"/>
                  </a:lnTo>
                  <a:lnTo>
                    <a:pt x="733605" y="152400"/>
                  </a:lnTo>
                  <a:lnTo>
                    <a:pt x="773685" y="139700"/>
                  </a:lnTo>
                  <a:lnTo>
                    <a:pt x="814508" y="114300"/>
                  </a:lnTo>
                  <a:lnTo>
                    <a:pt x="856049" y="101600"/>
                  </a:lnTo>
                  <a:lnTo>
                    <a:pt x="898281" y="76200"/>
                  </a:lnTo>
                  <a:lnTo>
                    <a:pt x="1118895" y="12700"/>
                  </a:lnTo>
                  <a:lnTo>
                    <a:pt x="1164724" y="0"/>
                  </a:lnTo>
                  <a:lnTo>
                    <a:pt x="1637200" y="0"/>
                  </a:lnTo>
                  <a:lnTo>
                    <a:pt x="1683029" y="12700"/>
                  </a:lnTo>
                  <a:lnTo>
                    <a:pt x="1903643" y="76200"/>
                  </a:lnTo>
                  <a:lnTo>
                    <a:pt x="1945875" y="101600"/>
                  </a:lnTo>
                  <a:lnTo>
                    <a:pt x="1987416" y="114300"/>
                  </a:lnTo>
                  <a:lnTo>
                    <a:pt x="2028239" y="139700"/>
                  </a:lnTo>
                  <a:lnTo>
                    <a:pt x="2068319" y="152400"/>
                  </a:lnTo>
                  <a:lnTo>
                    <a:pt x="2107628" y="177800"/>
                  </a:lnTo>
                  <a:lnTo>
                    <a:pt x="2146141" y="203200"/>
                  </a:lnTo>
                  <a:lnTo>
                    <a:pt x="2164987" y="215900"/>
                  </a:lnTo>
                  <a:lnTo>
                    <a:pt x="1304914" y="215900"/>
                  </a:lnTo>
                  <a:lnTo>
                    <a:pt x="1257662" y="228600"/>
                  </a:lnTo>
                  <a:lnTo>
                    <a:pt x="1210977" y="228600"/>
                  </a:lnTo>
                  <a:lnTo>
                    <a:pt x="1119456" y="254000"/>
                  </a:lnTo>
                  <a:lnTo>
                    <a:pt x="1074697" y="254000"/>
                  </a:lnTo>
                  <a:lnTo>
                    <a:pt x="1030655" y="279400"/>
                  </a:lnTo>
                  <a:lnTo>
                    <a:pt x="944879" y="304800"/>
                  </a:lnTo>
                  <a:lnTo>
                    <a:pt x="903220" y="330200"/>
                  </a:lnTo>
                  <a:lnTo>
                    <a:pt x="862431" y="342900"/>
                  </a:lnTo>
                  <a:lnTo>
                    <a:pt x="822550" y="368300"/>
                  </a:lnTo>
                  <a:lnTo>
                    <a:pt x="783616" y="393700"/>
                  </a:lnTo>
                  <a:lnTo>
                    <a:pt x="745666" y="419100"/>
                  </a:lnTo>
                  <a:lnTo>
                    <a:pt x="708739" y="444500"/>
                  </a:lnTo>
                  <a:lnTo>
                    <a:pt x="672871" y="469900"/>
                  </a:lnTo>
                  <a:lnTo>
                    <a:pt x="638103" y="495300"/>
                  </a:lnTo>
                  <a:lnTo>
                    <a:pt x="604470" y="520700"/>
                  </a:lnTo>
                  <a:lnTo>
                    <a:pt x="572013" y="558800"/>
                  </a:lnTo>
                  <a:lnTo>
                    <a:pt x="540767" y="584200"/>
                  </a:lnTo>
                  <a:lnTo>
                    <a:pt x="510773" y="622300"/>
                  </a:lnTo>
                  <a:lnTo>
                    <a:pt x="482066" y="660400"/>
                  </a:lnTo>
                  <a:lnTo>
                    <a:pt x="454687" y="698500"/>
                  </a:lnTo>
                  <a:lnTo>
                    <a:pt x="428672" y="736600"/>
                  </a:lnTo>
                  <a:lnTo>
                    <a:pt x="404060" y="774700"/>
                  </a:lnTo>
                  <a:lnTo>
                    <a:pt x="380889" y="812800"/>
                  </a:lnTo>
                  <a:lnTo>
                    <a:pt x="359196" y="850900"/>
                  </a:lnTo>
                  <a:lnTo>
                    <a:pt x="339020" y="889000"/>
                  </a:lnTo>
                  <a:lnTo>
                    <a:pt x="320400" y="927100"/>
                  </a:lnTo>
                  <a:lnTo>
                    <a:pt x="303372" y="977900"/>
                  </a:lnTo>
                  <a:lnTo>
                    <a:pt x="287975" y="1016000"/>
                  </a:lnTo>
                  <a:lnTo>
                    <a:pt x="274247" y="1054100"/>
                  </a:lnTo>
                  <a:lnTo>
                    <a:pt x="262225" y="1104900"/>
                  </a:lnTo>
                  <a:lnTo>
                    <a:pt x="251949" y="1155700"/>
                  </a:lnTo>
                  <a:lnTo>
                    <a:pt x="243457" y="1193800"/>
                  </a:lnTo>
                  <a:lnTo>
                    <a:pt x="236785" y="1244600"/>
                  </a:lnTo>
                  <a:lnTo>
                    <a:pt x="231972" y="1295400"/>
                  </a:lnTo>
                  <a:lnTo>
                    <a:pt x="229056" y="1333500"/>
                  </a:lnTo>
                  <a:lnTo>
                    <a:pt x="228076" y="1384300"/>
                  </a:lnTo>
                  <a:lnTo>
                    <a:pt x="229056" y="1435100"/>
                  </a:lnTo>
                  <a:lnTo>
                    <a:pt x="231972" y="1485900"/>
                  </a:lnTo>
                  <a:lnTo>
                    <a:pt x="236785" y="1524000"/>
                  </a:lnTo>
                  <a:lnTo>
                    <a:pt x="243457" y="1574800"/>
                  </a:lnTo>
                  <a:lnTo>
                    <a:pt x="251949" y="1625600"/>
                  </a:lnTo>
                  <a:lnTo>
                    <a:pt x="262225" y="1663700"/>
                  </a:lnTo>
                  <a:lnTo>
                    <a:pt x="274247" y="1714500"/>
                  </a:lnTo>
                  <a:lnTo>
                    <a:pt x="287975" y="1752600"/>
                  </a:lnTo>
                  <a:lnTo>
                    <a:pt x="303372" y="1803400"/>
                  </a:lnTo>
                  <a:lnTo>
                    <a:pt x="320400" y="1841500"/>
                  </a:lnTo>
                  <a:lnTo>
                    <a:pt x="339020" y="1879600"/>
                  </a:lnTo>
                  <a:lnTo>
                    <a:pt x="359196" y="1930400"/>
                  </a:lnTo>
                  <a:lnTo>
                    <a:pt x="380889" y="1968500"/>
                  </a:lnTo>
                  <a:lnTo>
                    <a:pt x="404060" y="2006600"/>
                  </a:lnTo>
                  <a:lnTo>
                    <a:pt x="428672" y="2044700"/>
                  </a:lnTo>
                  <a:lnTo>
                    <a:pt x="454687" y="2082800"/>
                  </a:lnTo>
                  <a:lnTo>
                    <a:pt x="482066" y="2120900"/>
                  </a:lnTo>
                  <a:lnTo>
                    <a:pt x="510773" y="2146300"/>
                  </a:lnTo>
                  <a:lnTo>
                    <a:pt x="540767" y="2184400"/>
                  </a:lnTo>
                  <a:lnTo>
                    <a:pt x="572013" y="2209800"/>
                  </a:lnTo>
                  <a:lnTo>
                    <a:pt x="604470" y="2247900"/>
                  </a:lnTo>
                  <a:lnTo>
                    <a:pt x="638103" y="2273300"/>
                  </a:lnTo>
                  <a:lnTo>
                    <a:pt x="672871" y="2311400"/>
                  </a:lnTo>
                  <a:lnTo>
                    <a:pt x="708739" y="2336800"/>
                  </a:lnTo>
                  <a:lnTo>
                    <a:pt x="745666" y="2362200"/>
                  </a:lnTo>
                  <a:lnTo>
                    <a:pt x="783616" y="2387600"/>
                  </a:lnTo>
                  <a:lnTo>
                    <a:pt x="822550" y="2413000"/>
                  </a:lnTo>
                  <a:lnTo>
                    <a:pt x="862431" y="2425700"/>
                  </a:lnTo>
                  <a:lnTo>
                    <a:pt x="903220" y="2451100"/>
                  </a:lnTo>
                  <a:lnTo>
                    <a:pt x="944879" y="2463800"/>
                  </a:lnTo>
                  <a:lnTo>
                    <a:pt x="987370" y="2489200"/>
                  </a:lnTo>
                  <a:lnTo>
                    <a:pt x="1164896" y="2540000"/>
                  </a:lnTo>
                  <a:lnTo>
                    <a:pt x="1210977" y="2540000"/>
                  </a:lnTo>
                  <a:lnTo>
                    <a:pt x="1257662" y="2552700"/>
                  </a:lnTo>
                  <a:lnTo>
                    <a:pt x="1352693" y="2552700"/>
                  </a:lnTo>
                  <a:lnTo>
                    <a:pt x="1400962" y="2565400"/>
                  </a:lnTo>
                  <a:lnTo>
                    <a:pt x="2164739" y="2565400"/>
                  </a:lnTo>
                  <a:lnTo>
                    <a:pt x="2145893" y="2578100"/>
                  </a:lnTo>
                  <a:lnTo>
                    <a:pt x="2107379" y="2590800"/>
                  </a:lnTo>
                  <a:lnTo>
                    <a:pt x="2068071" y="2616200"/>
                  </a:lnTo>
                  <a:lnTo>
                    <a:pt x="2027993" y="2641600"/>
                  </a:lnTo>
                  <a:lnTo>
                    <a:pt x="1987174" y="2654300"/>
                  </a:lnTo>
                  <a:lnTo>
                    <a:pt x="1945639" y="2679700"/>
                  </a:lnTo>
                  <a:lnTo>
                    <a:pt x="1860526" y="2705100"/>
                  </a:lnTo>
                  <a:lnTo>
                    <a:pt x="1817001" y="2730500"/>
                  </a:lnTo>
                  <a:lnTo>
                    <a:pt x="1772866" y="2743200"/>
                  </a:lnTo>
                  <a:close/>
                </a:path>
                <a:path w="2802254" h="2781300">
                  <a:moveTo>
                    <a:pt x="2164739" y="2565400"/>
                  </a:moveTo>
                  <a:lnTo>
                    <a:pt x="1400962" y="2565400"/>
                  </a:lnTo>
                  <a:lnTo>
                    <a:pt x="1449231" y="2552700"/>
                  </a:lnTo>
                  <a:lnTo>
                    <a:pt x="1544262" y="2552700"/>
                  </a:lnTo>
                  <a:lnTo>
                    <a:pt x="1590947" y="2540000"/>
                  </a:lnTo>
                  <a:lnTo>
                    <a:pt x="1637029" y="2540000"/>
                  </a:lnTo>
                  <a:lnTo>
                    <a:pt x="1814554" y="2489200"/>
                  </a:lnTo>
                  <a:lnTo>
                    <a:pt x="1857045" y="2463800"/>
                  </a:lnTo>
                  <a:lnTo>
                    <a:pt x="1898704" y="2451100"/>
                  </a:lnTo>
                  <a:lnTo>
                    <a:pt x="1939493" y="2425700"/>
                  </a:lnTo>
                  <a:lnTo>
                    <a:pt x="1979374" y="2413000"/>
                  </a:lnTo>
                  <a:lnTo>
                    <a:pt x="2018308" y="2387600"/>
                  </a:lnTo>
                  <a:lnTo>
                    <a:pt x="2056258" y="2362200"/>
                  </a:lnTo>
                  <a:lnTo>
                    <a:pt x="2093185" y="2336800"/>
                  </a:lnTo>
                  <a:lnTo>
                    <a:pt x="2129053" y="2311400"/>
                  </a:lnTo>
                  <a:lnTo>
                    <a:pt x="2163821" y="2273300"/>
                  </a:lnTo>
                  <a:lnTo>
                    <a:pt x="2197454" y="2247900"/>
                  </a:lnTo>
                  <a:lnTo>
                    <a:pt x="2229912" y="2209800"/>
                  </a:lnTo>
                  <a:lnTo>
                    <a:pt x="2261157" y="2184400"/>
                  </a:lnTo>
                  <a:lnTo>
                    <a:pt x="2291152" y="2146300"/>
                  </a:lnTo>
                  <a:lnTo>
                    <a:pt x="2319858" y="2120900"/>
                  </a:lnTo>
                  <a:lnTo>
                    <a:pt x="2347237" y="2082800"/>
                  </a:lnTo>
                  <a:lnTo>
                    <a:pt x="2373252" y="2044700"/>
                  </a:lnTo>
                  <a:lnTo>
                    <a:pt x="2397864" y="2006600"/>
                  </a:lnTo>
                  <a:lnTo>
                    <a:pt x="2421035" y="1968500"/>
                  </a:lnTo>
                  <a:lnTo>
                    <a:pt x="2442728" y="1930400"/>
                  </a:lnTo>
                  <a:lnTo>
                    <a:pt x="2462904" y="1879600"/>
                  </a:lnTo>
                  <a:lnTo>
                    <a:pt x="2481524" y="1841500"/>
                  </a:lnTo>
                  <a:lnTo>
                    <a:pt x="2498552" y="1803400"/>
                  </a:lnTo>
                  <a:lnTo>
                    <a:pt x="2513949" y="1752600"/>
                  </a:lnTo>
                  <a:lnTo>
                    <a:pt x="2527677" y="1714500"/>
                  </a:lnTo>
                  <a:lnTo>
                    <a:pt x="2539699" y="1663700"/>
                  </a:lnTo>
                  <a:lnTo>
                    <a:pt x="2549975" y="1625600"/>
                  </a:lnTo>
                  <a:lnTo>
                    <a:pt x="2558468" y="1574800"/>
                  </a:lnTo>
                  <a:lnTo>
                    <a:pt x="2565139" y="1524000"/>
                  </a:lnTo>
                  <a:lnTo>
                    <a:pt x="2569952" y="1485900"/>
                  </a:lnTo>
                  <a:lnTo>
                    <a:pt x="2572868" y="1435100"/>
                  </a:lnTo>
                  <a:lnTo>
                    <a:pt x="2573848" y="1384300"/>
                  </a:lnTo>
                  <a:lnTo>
                    <a:pt x="2572868" y="1333500"/>
                  </a:lnTo>
                  <a:lnTo>
                    <a:pt x="2569952" y="1295400"/>
                  </a:lnTo>
                  <a:lnTo>
                    <a:pt x="2565139" y="1244600"/>
                  </a:lnTo>
                  <a:lnTo>
                    <a:pt x="2558468" y="1193800"/>
                  </a:lnTo>
                  <a:lnTo>
                    <a:pt x="2549975" y="1155700"/>
                  </a:lnTo>
                  <a:lnTo>
                    <a:pt x="2539699" y="1104900"/>
                  </a:lnTo>
                  <a:lnTo>
                    <a:pt x="2527677" y="1054100"/>
                  </a:lnTo>
                  <a:lnTo>
                    <a:pt x="2513949" y="1016000"/>
                  </a:lnTo>
                  <a:lnTo>
                    <a:pt x="2498552" y="977900"/>
                  </a:lnTo>
                  <a:lnTo>
                    <a:pt x="2481524" y="927100"/>
                  </a:lnTo>
                  <a:lnTo>
                    <a:pt x="2462904" y="889000"/>
                  </a:lnTo>
                  <a:lnTo>
                    <a:pt x="2442728" y="850900"/>
                  </a:lnTo>
                  <a:lnTo>
                    <a:pt x="2421035" y="812800"/>
                  </a:lnTo>
                  <a:lnTo>
                    <a:pt x="2397864" y="774700"/>
                  </a:lnTo>
                  <a:lnTo>
                    <a:pt x="2373252" y="736600"/>
                  </a:lnTo>
                  <a:lnTo>
                    <a:pt x="2347237" y="698500"/>
                  </a:lnTo>
                  <a:lnTo>
                    <a:pt x="2319858" y="660400"/>
                  </a:lnTo>
                  <a:lnTo>
                    <a:pt x="2291152" y="622300"/>
                  </a:lnTo>
                  <a:lnTo>
                    <a:pt x="2261157" y="584200"/>
                  </a:lnTo>
                  <a:lnTo>
                    <a:pt x="2229912" y="558800"/>
                  </a:lnTo>
                  <a:lnTo>
                    <a:pt x="2197454" y="520700"/>
                  </a:lnTo>
                  <a:lnTo>
                    <a:pt x="2163821" y="495300"/>
                  </a:lnTo>
                  <a:lnTo>
                    <a:pt x="2129053" y="469900"/>
                  </a:lnTo>
                  <a:lnTo>
                    <a:pt x="2093185" y="444500"/>
                  </a:lnTo>
                  <a:lnTo>
                    <a:pt x="2056258" y="419100"/>
                  </a:lnTo>
                  <a:lnTo>
                    <a:pt x="2018308" y="393700"/>
                  </a:lnTo>
                  <a:lnTo>
                    <a:pt x="1979374" y="368300"/>
                  </a:lnTo>
                  <a:lnTo>
                    <a:pt x="1939493" y="342900"/>
                  </a:lnTo>
                  <a:lnTo>
                    <a:pt x="1898704" y="330200"/>
                  </a:lnTo>
                  <a:lnTo>
                    <a:pt x="1857045" y="304800"/>
                  </a:lnTo>
                  <a:lnTo>
                    <a:pt x="1771269" y="279400"/>
                  </a:lnTo>
                  <a:lnTo>
                    <a:pt x="1727228" y="254000"/>
                  </a:lnTo>
                  <a:lnTo>
                    <a:pt x="1682468" y="254000"/>
                  </a:lnTo>
                  <a:lnTo>
                    <a:pt x="1590947" y="228600"/>
                  </a:lnTo>
                  <a:lnTo>
                    <a:pt x="1544262" y="228600"/>
                  </a:lnTo>
                  <a:lnTo>
                    <a:pt x="1497010" y="215900"/>
                  </a:lnTo>
                  <a:lnTo>
                    <a:pt x="2164987" y="215900"/>
                  </a:lnTo>
                  <a:lnTo>
                    <a:pt x="2183832" y="228600"/>
                  </a:lnTo>
                  <a:lnTo>
                    <a:pt x="2220674" y="254000"/>
                  </a:lnTo>
                  <a:lnTo>
                    <a:pt x="2256641" y="279400"/>
                  </a:lnTo>
                  <a:lnTo>
                    <a:pt x="2291706" y="304800"/>
                  </a:lnTo>
                  <a:lnTo>
                    <a:pt x="2325844" y="330200"/>
                  </a:lnTo>
                  <a:lnTo>
                    <a:pt x="2359028" y="368300"/>
                  </a:lnTo>
                  <a:lnTo>
                    <a:pt x="2391232" y="393700"/>
                  </a:lnTo>
                  <a:lnTo>
                    <a:pt x="2422431" y="431800"/>
                  </a:lnTo>
                  <a:lnTo>
                    <a:pt x="2452596" y="457200"/>
                  </a:lnTo>
                  <a:lnTo>
                    <a:pt x="2481703" y="495300"/>
                  </a:lnTo>
                  <a:lnTo>
                    <a:pt x="2509725" y="533400"/>
                  </a:lnTo>
                  <a:lnTo>
                    <a:pt x="2536636" y="571500"/>
                  </a:lnTo>
                  <a:lnTo>
                    <a:pt x="2562409" y="609600"/>
                  </a:lnTo>
                  <a:lnTo>
                    <a:pt x="2587019" y="647700"/>
                  </a:lnTo>
                  <a:lnTo>
                    <a:pt x="2610439" y="685800"/>
                  </a:lnTo>
                  <a:lnTo>
                    <a:pt x="2632643" y="723900"/>
                  </a:lnTo>
                  <a:lnTo>
                    <a:pt x="2653604" y="762000"/>
                  </a:lnTo>
                  <a:lnTo>
                    <a:pt x="2673297" y="800100"/>
                  </a:lnTo>
                  <a:lnTo>
                    <a:pt x="2691695" y="838200"/>
                  </a:lnTo>
                  <a:lnTo>
                    <a:pt x="2708772" y="889000"/>
                  </a:lnTo>
                  <a:lnTo>
                    <a:pt x="2724502" y="927100"/>
                  </a:lnTo>
                  <a:lnTo>
                    <a:pt x="2738858" y="965200"/>
                  </a:lnTo>
                  <a:lnTo>
                    <a:pt x="2751814" y="1016000"/>
                  </a:lnTo>
                  <a:lnTo>
                    <a:pt x="2763345" y="1054100"/>
                  </a:lnTo>
                  <a:lnTo>
                    <a:pt x="2773423" y="1104900"/>
                  </a:lnTo>
                  <a:lnTo>
                    <a:pt x="2782022" y="1155700"/>
                  </a:lnTo>
                  <a:lnTo>
                    <a:pt x="2789117" y="1193800"/>
                  </a:lnTo>
                  <a:lnTo>
                    <a:pt x="2794681" y="1244600"/>
                  </a:lnTo>
                  <a:lnTo>
                    <a:pt x="2798688" y="1295400"/>
                  </a:lnTo>
                  <a:lnTo>
                    <a:pt x="2801111" y="1333500"/>
                  </a:lnTo>
                  <a:lnTo>
                    <a:pt x="2801925" y="1384300"/>
                  </a:lnTo>
                  <a:lnTo>
                    <a:pt x="2801110" y="1435100"/>
                  </a:lnTo>
                  <a:lnTo>
                    <a:pt x="2798685" y="1485900"/>
                  </a:lnTo>
                  <a:lnTo>
                    <a:pt x="2794675" y="1524000"/>
                  </a:lnTo>
                  <a:lnTo>
                    <a:pt x="2789107" y="1574800"/>
                  </a:lnTo>
                  <a:lnTo>
                    <a:pt x="2782006" y="1625600"/>
                  </a:lnTo>
                  <a:lnTo>
                    <a:pt x="2773400" y="1663700"/>
                  </a:lnTo>
                  <a:lnTo>
                    <a:pt x="2763314" y="1714500"/>
                  </a:lnTo>
                  <a:lnTo>
                    <a:pt x="2751775" y="1752600"/>
                  </a:lnTo>
                  <a:lnTo>
                    <a:pt x="2738810" y="1803400"/>
                  </a:lnTo>
                  <a:lnTo>
                    <a:pt x="2724444" y="1841500"/>
                  </a:lnTo>
                  <a:lnTo>
                    <a:pt x="2708704" y="1892300"/>
                  </a:lnTo>
                  <a:lnTo>
                    <a:pt x="2691616" y="1930400"/>
                  </a:lnTo>
                  <a:lnTo>
                    <a:pt x="2673207" y="1968500"/>
                  </a:lnTo>
                  <a:lnTo>
                    <a:pt x="2653503" y="2019300"/>
                  </a:lnTo>
                  <a:lnTo>
                    <a:pt x="2632530" y="2057400"/>
                  </a:lnTo>
                  <a:lnTo>
                    <a:pt x="2610315" y="2095500"/>
                  </a:lnTo>
                  <a:lnTo>
                    <a:pt x="2586883" y="2133600"/>
                  </a:lnTo>
                  <a:lnTo>
                    <a:pt x="2562262" y="2171700"/>
                  </a:lnTo>
                  <a:lnTo>
                    <a:pt x="2536477" y="2209800"/>
                  </a:lnTo>
                  <a:lnTo>
                    <a:pt x="2509555" y="2247900"/>
                  </a:lnTo>
                  <a:lnTo>
                    <a:pt x="2481522" y="2273300"/>
                  </a:lnTo>
                  <a:lnTo>
                    <a:pt x="2452405" y="2311400"/>
                  </a:lnTo>
                  <a:lnTo>
                    <a:pt x="2422230" y="2349500"/>
                  </a:lnTo>
                  <a:lnTo>
                    <a:pt x="2391022" y="2374900"/>
                  </a:lnTo>
                  <a:lnTo>
                    <a:pt x="2358810" y="2413000"/>
                  </a:lnTo>
                  <a:lnTo>
                    <a:pt x="2325618" y="2438400"/>
                  </a:lnTo>
                  <a:lnTo>
                    <a:pt x="2291473" y="2463800"/>
                  </a:lnTo>
                  <a:lnTo>
                    <a:pt x="2256402" y="2489200"/>
                  </a:lnTo>
                  <a:lnTo>
                    <a:pt x="2220431" y="2527300"/>
                  </a:lnTo>
                  <a:lnTo>
                    <a:pt x="2183586" y="2552700"/>
                  </a:lnTo>
                  <a:lnTo>
                    <a:pt x="2164739" y="2565400"/>
                  </a:lnTo>
                  <a:close/>
                </a:path>
                <a:path w="2802254" h="2781300">
                  <a:moveTo>
                    <a:pt x="1637060" y="2768600"/>
                  </a:moveTo>
                  <a:lnTo>
                    <a:pt x="1164724" y="2768600"/>
                  </a:lnTo>
                  <a:lnTo>
                    <a:pt x="1073599" y="2743200"/>
                  </a:lnTo>
                  <a:lnTo>
                    <a:pt x="1728146" y="2743200"/>
                  </a:lnTo>
                  <a:lnTo>
                    <a:pt x="1637060" y="2768600"/>
                  </a:lnTo>
                  <a:close/>
                </a:path>
                <a:path w="2802254" h="2781300">
                  <a:moveTo>
                    <a:pt x="1543952" y="2781300"/>
                  </a:moveTo>
                  <a:lnTo>
                    <a:pt x="1257880" y="2781300"/>
                  </a:lnTo>
                  <a:lnTo>
                    <a:pt x="1211061" y="2768600"/>
                  </a:lnTo>
                  <a:lnTo>
                    <a:pt x="1590745" y="2768600"/>
                  </a:lnTo>
                  <a:lnTo>
                    <a:pt x="1543952" y="2781300"/>
                  </a:lnTo>
                  <a:close/>
                </a:path>
              </a:pathLst>
            </a:custGeom>
            <a:solidFill>
              <a:srgbClr val="387D59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 descr=""/>
          <p:cNvSpPr txBox="1"/>
          <p:nvPr/>
        </p:nvSpPr>
        <p:spPr>
          <a:xfrm>
            <a:off x="4082152" y="2631121"/>
            <a:ext cx="5163820" cy="3031490"/>
          </a:xfrm>
          <a:prstGeom prst="rect">
            <a:avLst/>
          </a:prstGeom>
        </p:spPr>
        <p:txBody>
          <a:bodyPr wrap="square" lIns="0" tIns="393065" rIns="0" bIns="0" rtlCol="0" vert="horz">
            <a:spAutoFit/>
          </a:bodyPr>
          <a:lstStyle/>
          <a:p>
            <a:pPr marL="699770" marR="5080" indent="-687705">
              <a:lnSpc>
                <a:spcPct val="77600"/>
              </a:lnSpc>
              <a:spcBef>
                <a:spcPts val="3095"/>
              </a:spcBef>
            </a:pPr>
            <a:r>
              <a:rPr dirty="0" sz="11100" spc="620">
                <a:solidFill>
                  <a:srgbClr val="231F20"/>
                </a:solidFill>
                <a:latin typeface="Lucida Sans Unicode"/>
                <a:cs typeface="Lucida Sans Unicode"/>
              </a:rPr>
              <a:t>THAN</a:t>
            </a:r>
            <a:r>
              <a:rPr dirty="0" sz="11100" spc="-580">
                <a:solidFill>
                  <a:srgbClr val="231F20"/>
                </a:solidFill>
                <a:latin typeface="Lucida Sans Unicode"/>
                <a:cs typeface="Lucida Sans Unicode"/>
              </a:rPr>
              <a:t>K</a:t>
            </a:r>
            <a:r>
              <a:rPr dirty="0" sz="11100" spc="380">
                <a:solidFill>
                  <a:srgbClr val="231F20"/>
                </a:solidFill>
                <a:latin typeface="Lucida Sans Unicode"/>
                <a:cs typeface="Lucida Sans Unicode"/>
              </a:rPr>
              <a:t> </a:t>
            </a:r>
            <a:r>
              <a:rPr dirty="0" sz="11100" spc="969">
                <a:solidFill>
                  <a:srgbClr val="231F20"/>
                </a:solidFill>
                <a:latin typeface="Lucida Sans Unicode"/>
                <a:cs typeface="Lucida Sans Unicode"/>
              </a:rPr>
              <a:t>YOU</a:t>
            </a:r>
            <a:r>
              <a:rPr dirty="0" sz="11100" spc="-229">
                <a:solidFill>
                  <a:srgbClr val="231F20"/>
                </a:solidFill>
                <a:latin typeface="Lucida Sans Unicode"/>
                <a:cs typeface="Lucida Sans Unicode"/>
              </a:rPr>
              <a:t>!</a:t>
            </a:r>
            <a:endParaRPr sz="1110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Harsh Sahu</dc:creator>
  <cp:keywords>DAHIjqYL3YM,BAE_MKnE5vY,0</cp:keywords>
  <dc:title>Team3_Capstone_Final_Presentation</dc:title>
  <dcterms:created xsi:type="dcterms:W3CDTF">2026-05-06T23:25:57Z</dcterms:created>
  <dcterms:modified xsi:type="dcterms:W3CDTF">2026-05-06T23:25:57Z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2026-05-06T00:00:00Z</vt:filetime>
  </property>
  <property fmtid="{D5CDD505-2E9C-101B-9397-08002B2CF9AE}" pid="3" name="Creator">
    <vt:lpwstr>Canva</vt:lpwstr>
  </property>
  <property fmtid="{D5CDD505-2E9C-101B-9397-08002B2CF9AE}" pid="4" name="LastSaved">
    <vt:filetime>2026-05-06T00:00:00Z</vt:filetime>
  </property>
  <property fmtid="{D5CDD505-2E9C-101B-9397-08002B2CF9AE}" pid="5" name="Producer">
    <vt:lpwstr>Canva</vt:lpwstr>
  </property>
</Properties>
</file>